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9" r:id="rId3"/>
    <p:sldId id="295" r:id="rId4"/>
    <p:sldId id="302" r:id="rId5"/>
    <p:sldId id="303" r:id="rId6"/>
    <p:sldId id="304" r:id="rId7"/>
    <p:sldId id="305" r:id="rId8"/>
    <p:sldId id="291" r:id="rId9"/>
    <p:sldId id="296" r:id="rId10"/>
    <p:sldId id="294" r:id="rId11"/>
    <p:sldId id="299" r:id="rId12"/>
    <p:sldId id="300" r:id="rId13"/>
    <p:sldId id="301" r:id="rId14"/>
    <p:sldId id="297" r:id="rId15"/>
    <p:sldId id="290" r:id="rId16"/>
    <p:sldId id="292" r:id="rId17"/>
    <p:sldId id="298" r:id="rId18"/>
    <p:sldId id="288" r:id="rId19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706B2-AA95-4CDC-834C-F4D908C80230}" v="95" dt="2025-02-09T23:48:29.2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113" d="100"/>
          <a:sy n="113" d="100"/>
        </p:scale>
        <p:origin x="105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83A706B2-AA95-4CDC-834C-F4D908C80230}"/>
    <pc:docChg chg="undo redo custSel addSld delSld modSld">
      <pc:chgData name="Christian Camilo Cano Vasquez" userId="8c73a2a4-758b-4e34-81ed-39462e48bd92" providerId="ADAL" clId="{83A706B2-AA95-4CDC-834C-F4D908C80230}" dt="2025-02-10T11:46:25.185" v="655" actId="20577"/>
      <pc:docMkLst>
        <pc:docMk/>
      </pc:docMkLst>
      <pc:sldChg chg="modSp mod">
        <pc:chgData name="Christian Camilo Cano Vasquez" userId="8c73a2a4-758b-4e34-81ed-39462e48bd92" providerId="ADAL" clId="{83A706B2-AA95-4CDC-834C-F4D908C80230}" dt="2025-02-09T23:21:47.550" v="170" actId="20577"/>
        <pc:sldMkLst>
          <pc:docMk/>
          <pc:sldMk cId="0" sldId="256"/>
        </pc:sldMkLst>
        <pc:spChg chg="mod">
          <ac:chgData name="Christian Camilo Cano Vasquez" userId="8c73a2a4-758b-4e34-81ed-39462e48bd92" providerId="ADAL" clId="{83A706B2-AA95-4CDC-834C-F4D908C80230}" dt="2025-02-09T23:21:47.550" v="17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Christian Camilo Cano Vasquez" userId="8c73a2a4-758b-4e34-81ed-39462e48bd92" providerId="ADAL" clId="{83A706B2-AA95-4CDC-834C-F4D908C80230}" dt="2025-02-09T22:54:55.862" v="0" actId="20577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83A706B2-AA95-4CDC-834C-F4D908C80230}" dt="2025-02-09T22:54:55.862" v="0" actId="20577"/>
          <ac:spMkLst>
            <pc:docMk/>
            <pc:sldMk cId="560234623" sldId="289"/>
            <ac:spMk id="4" creationId="{9F7BC140-B3D8-C3CB-55AD-9064C7CDE9CA}"/>
          </ac:spMkLst>
        </pc:spChg>
      </pc:sldChg>
      <pc:sldChg chg="addSp delSp modSp mod">
        <pc:chgData name="Christian Camilo Cano Vasquez" userId="8c73a2a4-758b-4e34-81ed-39462e48bd92" providerId="ADAL" clId="{83A706B2-AA95-4CDC-834C-F4D908C80230}" dt="2025-02-09T23:24:42.493" v="173" actId="20577"/>
        <pc:sldMkLst>
          <pc:docMk/>
          <pc:sldMk cId="730501311" sldId="290"/>
        </pc:sldMkLst>
        <pc:spChg chg="mod">
          <ac:chgData name="Christian Camilo Cano Vasquez" userId="8c73a2a4-758b-4e34-81ed-39462e48bd92" providerId="ADAL" clId="{83A706B2-AA95-4CDC-834C-F4D908C80230}" dt="2025-02-09T23:04:13.626" v="39" actId="20577"/>
          <ac:spMkLst>
            <pc:docMk/>
            <pc:sldMk cId="730501311" sldId="290"/>
            <ac:spMk id="2" creationId="{D0F8CF3B-B920-DBFC-F825-0C87B51EADA7}"/>
          </ac:spMkLst>
        </pc:spChg>
        <pc:spChg chg="del">
          <ac:chgData name="Christian Camilo Cano Vasquez" userId="8c73a2a4-758b-4e34-81ed-39462e48bd92" providerId="ADAL" clId="{83A706B2-AA95-4CDC-834C-F4D908C80230}" dt="2025-02-09T22:59:02.631" v="2" actId="478"/>
          <ac:spMkLst>
            <pc:docMk/>
            <pc:sldMk cId="730501311" sldId="290"/>
            <ac:spMk id="4" creationId="{AA9E72FF-B948-6B7A-8909-97C6BE95D6FB}"/>
          </ac:spMkLst>
        </pc:spChg>
        <pc:spChg chg="add mod">
          <ac:chgData name="Christian Camilo Cano Vasquez" userId="8c73a2a4-758b-4e34-81ed-39462e48bd92" providerId="ADAL" clId="{83A706B2-AA95-4CDC-834C-F4D908C80230}" dt="2025-02-09T23:00:11.400" v="3"/>
          <ac:spMkLst>
            <pc:docMk/>
            <pc:sldMk cId="730501311" sldId="290"/>
            <ac:spMk id="5" creationId="{E7488849-10A1-FB48-F511-E57B062CD7E2}"/>
          </ac:spMkLst>
        </pc:spChg>
        <pc:spChg chg="add mod">
          <ac:chgData name="Christian Camilo Cano Vasquez" userId="8c73a2a4-758b-4e34-81ed-39462e48bd92" providerId="ADAL" clId="{83A706B2-AA95-4CDC-834C-F4D908C80230}" dt="2025-02-09T23:00:11.400" v="3"/>
          <ac:spMkLst>
            <pc:docMk/>
            <pc:sldMk cId="730501311" sldId="290"/>
            <ac:spMk id="6" creationId="{68726DAB-1B5F-39D1-63A0-BB708EA6E17F}"/>
          </ac:spMkLst>
        </pc:spChg>
        <pc:spChg chg="add mod">
          <ac:chgData name="Christian Camilo Cano Vasquez" userId="8c73a2a4-758b-4e34-81ed-39462e48bd92" providerId="ADAL" clId="{83A706B2-AA95-4CDC-834C-F4D908C80230}" dt="2025-02-09T23:00:11.400" v="3"/>
          <ac:spMkLst>
            <pc:docMk/>
            <pc:sldMk cId="730501311" sldId="290"/>
            <ac:spMk id="7" creationId="{6D309BFB-98FD-0CBA-3C6A-346D8859893B}"/>
          </ac:spMkLst>
        </pc:spChg>
        <pc:spChg chg="add mod">
          <ac:chgData name="Christian Camilo Cano Vasquez" userId="8c73a2a4-758b-4e34-81ed-39462e48bd92" providerId="ADAL" clId="{83A706B2-AA95-4CDC-834C-F4D908C80230}" dt="2025-02-09T23:02:26.970" v="32" actId="20577"/>
          <ac:spMkLst>
            <pc:docMk/>
            <pc:sldMk cId="730501311" sldId="290"/>
            <ac:spMk id="8" creationId="{E9BD6C85-02F1-7B54-41E3-E3D9883786D8}"/>
          </ac:spMkLst>
        </pc:spChg>
        <pc:spChg chg="add mod">
          <ac:chgData name="Christian Camilo Cano Vasquez" userId="8c73a2a4-758b-4e34-81ed-39462e48bd92" providerId="ADAL" clId="{83A706B2-AA95-4CDC-834C-F4D908C80230}" dt="2025-02-09T23:02:32.780" v="33"/>
          <ac:spMkLst>
            <pc:docMk/>
            <pc:sldMk cId="730501311" sldId="290"/>
            <ac:spMk id="9" creationId="{7431A41C-EEB3-44D0-4622-A915E258C8F0}"/>
          </ac:spMkLst>
        </pc:spChg>
        <pc:spChg chg="mod">
          <ac:chgData name="Christian Camilo Cano Vasquez" userId="8c73a2a4-758b-4e34-81ed-39462e48bd92" providerId="ADAL" clId="{83A706B2-AA95-4CDC-834C-F4D908C80230}" dt="2025-02-09T23:24:42.493" v="173" actId="20577"/>
          <ac:spMkLst>
            <pc:docMk/>
            <pc:sldMk cId="730501311" sldId="290"/>
            <ac:spMk id="16" creationId="{471E1424-6C4B-2D9A-1352-30AFB987AD41}"/>
          </ac:spMkLst>
        </pc:spChg>
      </pc:sldChg>
      <pc:sldChg chg="addSp delSp modSp mod">
        <pc:chgData name="Christian Camilo Cano Vasquez" userId="8c73a2a4-758b-4e34-81ed-39462e48bd92" providerId="ADAL" clId="{83A706B2-AA95-4CDC-834C-F4D908C80230}" dt="2025-02-09T23:24:47.352" v="175" actId="20577"/>
        <pc:sldMkLst>
          <pc:docMk/>
          <pc:sldMk cId="3712356003" sldId="291"/>
        </pc:sldMkLst>
        <pc:spChg chg="mod">
          <ac:chgData name="Christian Camilo Cano Vasquez" userId="8c73a2a4-758b-4e34-81ed-39462e48bd92" providerId="ADAL" clId="{83A706B2-AA95-4CDC-834C-F4D908C80230}" dt="2025-02-09T23:15:16.003" v="106" actId="20577"/>
          <ac:spMkLst>
            <pc:docMk/>
            <pc:sldMk cId="3712356003" sldId="291"/>
            <ac:spMk id="2" creationId="{CA5F0FDF-2A95-453B-4ECA-AEB637FF2694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4" creationId="{FB4B77A0-B37C-3130-FB52-4E560C66946F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5" creationId="{DA7ECAA3-0876-C0FB-D7E5-448FCC5ED226}"/>
          </ac:spMkLst>
        </pc:spChg>
        <pc:spChg chg="del">
          <ac:chgData name="Christian Camilo Cano Vasquez" userId="8c73a2a4-758b-4e34-81ed-39462e48bd92" providerId="ADAL" clId="{83A706B2-AA95-4CDC-834C-F4D908C80230}" dt="2025-02-09T23:09:07.294" v="48" actId="478"/>
          <ac:spMkLst>
            <pc:docMk/>
            <pc:sldMk cId="3712356003" sldId="291"/>
            <ac:spMk id="7" creationId="{21F754A5-65BC-14A3-5F55-75716FFA9027}"/>
          </ac:spMkLst>
        </pc:spChg>
        <pc:spChg chg="del">
          <ac:chgData name="Christian Camilo Cano Vasquez" userId="8c73a2a4-758b-4e34-81ed-39462e48bd92" providerId="ADAL" clId="{83A706B2-AA95-4CDC-834C-F4D908C80230}" dt="2025-02-09T23:09:11.050" v="49" actId="478"/>
          <ac:spMkLst>
            <pc:docMk/>
            <pc:sldMk cId="3712356003" sldId="291"/>
            <ac:spMk id="8" creationId="{CD9C65D4-5494-F5CE-1094-CB0A32C33876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9" creationId="{C1467207-8D05-D4C6-EBD2-209F796AE977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10" creationId="{32E39C0C-95E1-ED90-891A-5D634D9DB76B}"/>
          </ac:spMkLst>
        </pc:spChg>
        <pc:spChg chg="mod">
          <ac:chgData name="Christian Camilo Cano Vasquez" userId="8c73a2a4-758b-4e34-81ed-39462e48bd92" providerId="ADAL" clId="{83A706B2-AA95-4CDC-834C-F4D908C80230}" dt="2025-02-09T23:24:47.352" v="175" actId="20577"/>
          <ac:spMkLst>
            <pc:docMk/>
            <pc:sldMk cId="3712356003" sldId="291"/>
            <ac:spMk id="16" creationId="{5431EA70-9578-8BF1-5A05-77CDC26788B4}"/>
          </ac:spMkLst>
        </pc:spChg>
        <pc:picChg chg="del">
          <ac:chgData name="Christian Camilo Cano Vasquez" userId="8c73a2a4-758b-4e34-81ed-39462e48bd92" providerId="ADAL" clId="{83A706B2-AA95-4CDC-834C-F4D908C80230}" dt="2025-02-09T23:08:10.270" v="47" actId="478"/>
          <ac:picMkLst>
            <pc:docMk/>
            <pc:sldMk cId="3712356003" sldId="291"/>
            <ac:picMk id="6" creationId="{380A8455-6386-C7D5-7BB6-B79D8D91F0EF}"/>
          </ac:picMkLst>
        </pc:picChg>
      </pc:sldChg>
      <pc:sldChg chg="addSp delSp modSp mod">
        <pc:chgData name="Christian Camilo Cano Vasquez" userId="8c73a2a4-758b-4e34-81ed-39462e48bd92" providerId="ADAL" clId="{83A706B2-AA95-4CDC-834C-F4D908C80230}" dt="2025-02-09T23:31:23.910" v="296" actId="20577"/>
        <pc:sldMkLst>
          <pc:docMk/>
          <pc:sldMk cId="2900117438" sldId="292"/>
        </pc:sldMkLst>
        <pc:spChg chg="mod">
          <ac:chgData name="Christian Camilo Cano Vasquez" userId="8c73a2a4-758b-4e34-81ed-39462e48bd92" providerId="ADAL" clId="{83A706B2-AA95-4CDC-834C-F4D908C80230}" dt="2025-02-09T23:31:23.910" v="296" actId="20577"/>
          <ac:spMkLst>
            <pc:docMk/>
            <pc:sldMk cId="2900117438" sldId="292"/>
            <ac:spMk id="2" creationId="{82A62DD6-5488-72A1-9926-0CAEE59089A9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4" creationId="{796EDE51-D41E-C23B-F402-2F7357DE8714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5" creationId="{5A3233C9-FE6F-52D8-4D87-224222BDA8E1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6" creationId="{0C016548-01A2-6E58-B80D-148384B98EB3}"/>
          </ac:spMkLst>
        </pc:spChg>
        <pc:spChg chg="del">
          <ac:chgData name="Christian Camilo Cano Vasquez" userId="8c73a2a4-758b-4e34-81ed-39462e48bd92" providerId="ADAL" clId="{83A706B2-AA95-4CDC-834C-F4D908C80230}" dt="2025-02-09T23:30:21.832" v="251" actId="478"/>
          <ac:spMkLst>
            <pc:docMk/>
            <pc:sldMk cId="2900117438" sldId="292"/>
            <ac:spMk id="7" creationId="{FBC7D187-267A-ADD4-764C-D3820B8ED302}"/>
          </ac:spMkLst>
        </pc:spChg>
        <pc:spChg chg="del">
          <ac:chgData name="Christian Camilo Cano Vasquez" userId="8c73a2a4-758b-4e34-81ed-39462e48bd92" providerId="ADAL" clId="{83A706B2-AA95-4CDC-834C-F4D908C80230}" dt="2025-02-09T23:30:25.360" v="252" actId="478"/>
          <ac:spMkLst>
            <pc:docMk/>
            <pc:sldMk cId="2900117438" sldId="292"/>
            <ac:spMk id="8" creationId="{1EF5BFDA-8EC1-8C73-A932-F36C4DB93C73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9" creationId="{075D03BE-0D6A-89E5-3C68-D7BD97B4676E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10" creationId="{AC01EDEE-71CC-C570-700B-076F03FCF7E1}"/>
          </ac:spMkLst>
        </pc:spChg>
        <pc:spChg chg="mod">
          <ac:chgData name="Christian Camilo Cano Vasquez" userId="8c73a2a4-758b-4e34-81ed-39462e48bd92" providerId="ADAL" clId="{83A706B2-AA95-4CDC-834C-F4D908C80230}" dt="2025-02-09T23:29:51.940" v="250" actId="20577"/>
          <ac:spMkLst>
            <pc:docMk/>
            <pc:sldMk cId="2900117438" sldId="292"/>
            <ac:spMk id="16" creationId="{6AA2E789-F7AE-F068-274C-E0F13A22DBCA}"/>
          </ac:spMkLst>
        </pc:spChg>
      </pc:sldChg>
      <pc:sldChg chg="del">
        <pc:chgData name="Christian Camilo Cano Vasquez" userId="8c73a2a4-758b-4e34-81ed-39462e48bd92" providerId="ADAL" clId="{83A706B2-AA95-4CDC-834C-F4D908C80230}" dt="2025-02-09T23:36:40.142" v="343" actId="47"/>
        <pc:sldMkLst>
          <pc:docMk/>
          <pc:sldMk cId="3660438245" sldId="293"/>
        </pc:sldMkLst>
      </pc:sldChg>
      <pc:sldChg chg="addSp delSp modSp mod">
        <pc:chgData name="Christian Camilo Cano Vasquez" userId="8c73a2a4-758b-4e34-81ed-39462e48bd92" providerId="ADAL" clId="{83A706B2-AA95-4CDC-834C-F4D908C80230}" dt="2025-02-09T23:43:58.113" v="517" actId="20577"/>
        <pc:sldMkLst>
          <pc:docMk/>
          <pc:sldMk cId="2815679427" sldId="294"/>
        </pc:sldMkLst>
        <pc:spChg chg="add del mod">
          <ac:chgData name="Christian Camilo Cano Vasquez" userId="8c73a2a4-758b-4e34-81ed-39462e48bd92" providerId="ADAL" clId="{83A706B2-AA95-4CDC-834C-F4D908C80230}" dt="2025-02-09T23:39:50.840" v="385" actId="20577"/>
          <ac:spMkLst>
            <pc:docMk/>
            <pc:sldMk cId="2815679427" sldId="294"/>
            <ac:spMk id="2" creationId="{B5029729-ADF3-3B30-4FF9-83BE1DB82BD7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4" creationId="{06A90612-6654-786D-6F6A-F4EA67014379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5" creationId="{5032AC03-DEF1-DAF0-236E-A42778A7A062}"/>
          </ac:spMkLst>
        </pc:spChg>
        <pc:spChg chg="add mod">
          <ac:chgData name="Christian Camilo Cano Vasquez" userId="8c73a2a4-758b-4e34-81ed-39462e48bd92" providerId="ADAL" clId="{83A706B2-AA95-4CDC-834C-F4D908C80230}" dt="2025-02-09T23:37:46.370" v="351"/>
          <ac:spMkLst>
            <pc:docMk/>
            <pc:sldMk cId="2815679427" sldId="294"/>
            <ac:spMk id="6" creationId="{3338A34B-BF11-73AC-D891-565FD218C2F6}"/>
          </ac:spMkLst>
        </pc:spChg>
        <pc:spChg chg="add del mod">
          <ac:chgData name="Christian Camilo Cano Vasquez" userId="8c73a2a4-758b-4e34-81ed-39462e48bd92" providerId="ADAL" clId="{83A706B2-AA95-4CDC-834C-F4D908C80230}" dt="2025-02-09T23:39:04.073" v="372" actId="1036"/>
          <ac:spMkLst>
            <pc:docMk/>
            <pc:sldMk cId="2815679427" sldId="294"/>
            <ac:spMk id="7" creationId="{98DE5FDA-4E91-E843-E84A-1467BFAA9986}"/>
          </ac:spMkLst>
        </pc:spChg>
        <pc:spChg chg="add del mod">
          <ac:chgData name="Christian Camilo Cano Vasquez" userId="8c73a2a4-758b-4e34-81ed-39462e48bd92" providerId="ADAL" clId="{83A706B2-AA95-4CDC-834C-F4D908C80230}" dt="2025-02-09T23:43:58.113" v="517" actId="20577"/>
          <ac:spMkLst>
            <pc:docMk/>
            <pc:sldMk cId="2815679427" sldId="294"/>
            <ac:spMk id="8" creationId="{0DA14DBA-172E-DA2C-0573-6A00BF18F4A5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9" creationId="{4D1551B0-A822-E426-5721-B1FC37702FCB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11" creationId="{EFED69C0-44A5-9995-03AC-A48118DEE677}"/>
          </ac:spMkLst>
        </pc:spChg>
        <pc:spChg chg="mod">
          <ac:chgData name="Christian Camilo Cano Vasquez" userId="8c73a2a4-758b-4e34-81ed-39462e48bd92" providerId="ADAL" clId="{83A706B2-AA95-4CDC-834C-F4D908C80230}" dt="2025-02-09T23:38:57.830" v="367" actId="20577"/>
          <ac:spMkLst>
            <pc:docMk/>
            <pc:sldMk cId="2815679427" sldId="294"/>
            <ac:spMk id="16" creationId="{2B8D44BF-A3B5-6BED-C39C-FA8260E83536}"/>
          </ac:spMkLst>
        </pc:spChg>
        <pc:picChg chg="add mod">
          <ac:chgData name="Christian Camilo Cano Vasquez" userId="8c73a2a4-758b-4e34-81ed-39462e48bd92" providerId="ADAL" clId="{83A706B2-AA95-4CDC-834C-F4D908C80230}" dt="2025-02-09T23:38:32.744" v="355" actId="1076"/>
          <ac:picMkLst>
            <pc:docMk/>
            <pc:sldMk cId="2815679427" sldId="294"/>
            <ac:picMk id="10" creationId="{EA7B2FC2-D98A-62A1-228C-2882147646FE}"/>
          </ac:picMkLst>
        </pc:picChg>
      </pc:sldChg>
      <pc:sldChg chg="addSp delSp modSp new mod">
        <pc:chgData name="Christian Camilo Cano Vasquez" userId="8c73a2a4-758b-4e34-81ed-39462e48bd92" providerId="ADAL" clId="{83A706B2-AA95-4CDC-834C-F4D908C80230}" dt="2025-02-09T23:17:54.551" v="115" actId="403"/>
        <pc:sldMkLst>
          <pc:docMk/>
          <pc:sldMk cId="1640019522" sldId="295"/>
        </pc:sldMkLst>
        <pc:spChg chg="del">
          <ac:chgData name="Christian Camilo Cano Vasquez" userId="8c73a2a4-758b-4e34-81ed-39462e48bd92" providerId="ADAL" clId="{83A706B2-AA95-4CDC-834C-F4D908C80230}" dt="2025-02-09T23:17:37.829" v="108" actId="478"/>
          <ac:spMkLst>
            <pc:docMk/>
            <pc:sldMk cId="1640019522" sldId="295"/>
            <ac:spMk id="2" creationId="{5D66A4B3-0EC3-435E-57A3-EB664561ABDB}"/>
          </ac:spMkLst>
        </pc:spChg>
        <pc:spChg chg="del">
          <ac:chgData name="Christian Camilo Cano Vasquez" userId="8c73a2a4-758b-4e34-81ed-39462e48bd92" providerId="ADAL" clId="{83A706B2-AA95-4CDC-834C-F4D908C80230}" dt="2025-02-09T23:17:45.590" v="109"/>
          <ac:spMkLst>
            <pc:docMk/>
            <pc:sldMk cId="1640019522" sldId="295"/>
            <ac:spMk id="3" creationId="{A7B12427-6892-E9F1-A7EF-25CEDC14529C}"/>
          </ac:spMkLst>
        </pc:spChg>
        <pc:spChg chg="add mod">
          <ac:chgData name="Christian Camilo Cano Vasquez" userId="8c73a2a4-758b-4e34-81ed-39462e48bd92" providerId="ADAL" clId="{83A706B2-AA95-4CDC-834C-F4D908C80230}" dt="2025-02-09T23:17:54.551" v="115" actId="403"/>
          <ac:spMkLst>
            <pc:docMk/>
            <pc:sldMk cId="1640019522" sldId="295"/>
            <ac:spMk id="6" creationId="{AF6692CA-D0D0-2BAF-E673-933E02AE2BB8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18:46.605" v="158" actId="20577"/>
        <pc:sldMkLst>
          <pc:docMk/>
          <pc:sldMk cId="3873318961" sldId="296"/>
        </pc:sldMkLst>
        <pc:spChg chg="mod">
          <ac:chgData name="Christian Camilo Cano Vasquez" userId="8c73a2a4-758b-4e34-81ed-39462e48bd92" providerId="ADAL" clId="{83A706B2-AA95-4CDC-834C-F4D908C80230}" dt="2025-02-09T23:18:46.605" v="158" actId="20577"/>
          <ac:spMkLst>
            <pc:docMk/>
            <pc:sldMk cId="3873318961" sldId="296"/>
            <ac:spMk id="6" creationId="{8111062F-F9A0-241E-6CCB-6E8BE4D8C60A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10T11:46:25.185" v="655" actId="20577"/>
        <pc:sldMkLst>
          <pc:docMk/>
          <pc:sldMk cId="3454032079" sldId="297"/>
        </pc:sldMkLst>
        <pc:spChg chg="mod">
          <ac:chgData name="Christian Camilo Cano Vasquez" userId="8c73a2a4-758b-4e34-81ed-39462e48bd92" providerId="ADAL" clId="{83A706B2-AA95-4CDC-834C-F4D908C80230}" dt="2025-02-09T23:26:45.534" v="237" actId="20577"/>
          <ac:spMkLst>
            <pc:docMk/>
            <pc:sldMk cId="3454032079" sldId="297"/>
            <ac:spMk id="2" creationId="{181326FD-308E-2C47-D5D2-57B3357241AA}"/>
          </ac:spMkLst>
        </pc:spChg>
        <pc:spChg chg="mod">
          <ac:chgData name="Christian Camilo Cano Vasquez" userId="8c73a2a4-758b-4e34-81ed-39462e48bd92" providerId="ADAL" clId="{83A706B2-AA95-4CDC-834C-F4D908C80230}" dt="2025-02-09T23:26:13.591" v="226" actId="20577"/>
          <ac:spMkLst>
            <pc:docMk/>
            <pc:sldMk cId="3454032079" sldId="297"/>
            <ac:spMk id="8" creationId="{B08C2240-8810-4E0A-7DCF-E62A8271EA2E}"/>
          </ac:spMkLst>
        </pc:spChg>
        <pc:spChg chg="mod">
          <ac:chgData name="Christian Camilo Cano Vasquez" userId="8c73a2a4-758b-4e34-81ed-39462e48bd92" providerId="ADAL" clId="{83A706B2-AA95-4CDC-834C-F4D908C80230}" dt="2025-02-09T23:26:17.294" v="229" actId="20577"/>
          <ac:spMkLst>
            <pc:docMk/>
            <pc:sldMk cId="3454032079" sldId="297"/>
            <ac:spMk id="9" creationId="{BBDDC809-0F06-CBE2-4D1A-3A2FA36C33A8}"/>
          </ac:spMkLst>
        </pc:spChg>
        <pc:spChg chg="mod">
          <ac:chgData name="Christian Camilo Cano Vasquez" userId="8c73a2a4-758b-4e34-81ed-39462e48bd92" providerId="ADAL" clId="{83A706B2-AA95-4CDC-834C-F4D908C80230}" dt="2025-02-10T11:46:25.185" v="655" actId="20577"/>
          <ac:spMkLst>
            <pc:docMk/>
            <pc:sldMk cId="3454032079" sldId="297"/>
            <ac:spMk id="16" creationId="{5AC39480-E3E5-69B1-401F-A50C45531EF2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36:30.584" v="342" actId="20577"/>
        <pc:sldMkLst>
          <pc:docMk/>
          <pc:sldMk cId="2103719889" sldId="298"/>
        </pc:sldMkLst>
        <pc:spChg chg="mod">
          <ac:chgData name="Christian Camilo Cano Vasquez" userId="8c73a2a4-758b-4e34-81ed-39462e48bd92" providerId="ADAL" clId="{83A706B2-AA95-4CDC-834C-F4D908C80230}" dt="2025-02-09T23:36:30.584" v="342" actId="20577"/>
          <ac:spMkLst>
            <pc:docMk/>
            <pc:sldMk cId="2103719889" sldId="298"/>
            <ac:spMk id="2" creationId="{8D88CB07-C5F5-9BB7-9F41-E171F0F0E2B9}"/>
          </ac:spMkLst>
        </pc:spChg>
        <pc:spChg chg="mod">
          <ac:chgData name="Christian Camilo Cano Vasquez" userId="8c73a2a4-758b-4e34-81ed-39462e48bd92" providerId="ADAL" clId="{83A706B2-AA95-4CDC-834C-F4D908C80230}" dt="2025-02-09T23:35:30.421" v="324" actId="20577"/>
          <ac:spMkLst>
            <pc:docMk/>
            <pc:sldMk cId="2103719889" sldId="298"/>
            <ac:spMk id="9" creationId="{2BDFECD2-156D-6697-CFBF-8CD783F9B986}"/>
          </ac:spMkLst>
        </pc:spChg>
        <pc:spChg chg="mod">
          <ac:chgData name="Christian Camilo Cano Vasquez" userId="8c73a2a4-758b-4e34-81ed-39462e48bd92" providerId="ADAL" clId="{83A706B2-AA95-4CDC-834C-F4D908C80230}" dt="2025-02-09T23:35:34.437" v="331" actId="20577"/>
          <ac:spMkLst>
            <pc:docMk/>
            <pc:sldMk cId="2103719889" sldId="298"/>
            <ac:spMk id="10" creationId="{3BFC64CA-DE35-A528-CF09-36A26DB3DEE4}"/>
          </ac:spMkLst>
        </pc:spChg>
        <pc:spChg chg="mod">
          <ac:chgData name="Christian Camilo Cano Vasquez" userId="8c73a2a4-758b-4e34-81ed-39462e48bd92" providerId="ADAL" clId="{83A706B2-AA95-4CDC-834C-F4D908C80230}" dt="2025-02-09T23:35:16.010" v="319" actId="20577"/>
          <ac:spMkLst>
            <pc:docMk/>
            <pc:sldMk cId="2103719889" sldId="298"/>
            <ac:spMk id="16" creationId="{53FFBD12-4EFF-41C1-4765-2AD268B2BD94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43:30.035" v="490" actId="20577"/>
        <pc:sldMkLst>
          <pc:docMk/>
          <pc:sldMk cId="2685215753" sldId="299"/>
        </pc:sldMkLst>
        <pc:spChg chg="mod">
          <ac:chgData name="Christian Camilo Cano Vasquez" userId="8c73a2a4-758b-4e34-81ed-39462e48bd92" providerId="ADAL" clId="{83A706B2-AA95-4CDC-834C-F4D908C80230}" dt="2025-02-09T23:43:30.035" v="490" actId="20577"/>
          <ac:spMkLst>
            <pc:docMk/>
            <pc:sldMk cId="2685215753" sldId="299"/>
            <ac:spMk id="2" creationId="{43D7D9E5-DAC3-2BB8-7377-826863CBAD4E}"/>
          </ac:spMkLst>
        </pc:spChg>
        <pc:spChg chg="mod">
          <ac:chgData name="Christian Camilo Cano Vasquez" userId="8c73a2a4-758b-4e34-81ed-39462e48bd92" providerId="ADAL" clId="{83A706B2-AA95-4CDC-834C-F4D908C80230}" dt="2025-02-09T23:43:03.787" v="468" actId="1076"/>
          <ac:spMkLst>
            <pc:docMk/>
            <pc:sldMk cId="2685215753" sldId="299"/>
            <ac:spMk id="8" creationId="{643565A9-7DB6-D6EE-152F-2852C8BA7986}"/>
          </ac:spMkLst>
        </pc:spChg>
        <pc:spChg chg="mod">
          <ac:chgData name="Christian Camilo Cano Vasquez" userId="8c73a2a4-758b-4e34-81ed-39462e48bd92" providerId="ADAL" clId="{83A706B2-AA95-4CDC-834C-F4D908C80230}" dt="2025-02-09T23:43:18.188" v="482" actId="20577"/>
          <ac:spMkLst>
            <pc:docMk/>
            <pc:sldMk cId="2685215753" sldId="299"/>
            <ac:spMk id="16" creationId="{C096193E-AB86-E3CD-BDAC-0F9156C1A3F0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48:20.230" v="543" actId="20577"/>
        <pc:sldMkLst>
          <pc:docMk/>
          <pc:sldMk cId="1023731220" sldId="300"/>
        </pc:sldMkLst>
        <pc:spChg chg="mod">
          <ac:chgData name="Christian Camilo Cano Vasquez" userId="8c73a2a4-758b-4e34-81ed-39462e48bd92" providerId="ADAL" clId="{83A706B2-AA95-4CDC-834C-F4D908C80230}" dt="2025-02-09T23:45:57.548" v="541" actId="20577"/>
          <ac:spMkLst>
            <pc:docMk/>
            <pc:sldMk cId="1023731220" sldId="300"/>
            <ac:spMk id="8" creationId="{B0CFB20A-64F3-A296-71E8-F4FA17D35314}"/>
          </ac:spMkLst>
        </pc:spChg>
        <pc:spChg chg="mod">
          <ac:chgData name="Christian Camilo Cano Vasquez" userId="8c73a2a4-758b-4e34-81ed-39462e48bd92" providerId="ADAL" clId="{83A706B2-AA95-4CDC-834C-F4D908C80230}" dt="2025-02-09T23:48:20.230" v="543" actId="20577"/>
          <ac:spMkLst>
            <pc:docMk/>
            <pc:sldMk cId="1023731220" sldId="300"/>
            <ac:spMk id="16" creationId="{E1662E38-DE72-ADF3-A38E-08ED40DCC2AD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10T08:28:14.084" v="652" actId="20577"/>
        <pc:sldMkLst>
          <pc:docMk/>
          <pc:sldMk cId="699864314" sldId="301"/>
        </pc:sldMkLst>
        <pc:spChg chg="mod">
          <ac:chgData name="Christian Camilo Cano Vasquez" userId="8c73a2a4-758b-4e34-81ed-39462e48bd92" providerId="ADAL" clId="{83A706B2-AA95-4CDC-834C-F4D908C80230}" dt="2025-02-09T23:49:32.025" v="650" actId="20577"/>
          <ac:spMkLst>
            <pc:docMk/>
            <pc:sldMk cId="699864314" sldId="301"/>
            <ac:spMk id="2" creationId="{42D73A2E-0E5A-8A39-6B70-F9E94D6DBB70}"/>
          </ac:spMkLst>
        </pc:spChg>
        <pc:spChg chg="mod">
          <ac:chgData name="Christian Camilo Cano Vasquez" userId="8c73a2a4-758b-4e34-81ed-39462e48bd92" providerId="ADAL" clId="{83A706B2-AA95-4CDC-834C-F4D908C80230}" dt="2025-02-10T08:28:14.084" v="652" actId="20577"/>
          <ac:spMkLst>
            <pc:docMk/>
            <pc:sldMk cId="699864314" sldId="301"/>
            <ac:spMk id="16" creationId="{1E256546-3103-104D-A87F-78AEBE5D595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10/03/2026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9867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8966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2144-FCBE-6A8A-A0AE-4B9D57DA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B7E8D5-CF3D-FB31-A479-FE9B4678B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98ECD-779C-B147-FA65-387301E8B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D029A2-BBAC-779C-5358-BB9C7A2A1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4519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B1C6-3682-4180-87C4-06A6C4E80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AE3208-A690-FD1F-E94C-D310F334A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F7B85C-6C72-3DDD-289B-E766AA64E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1AFB1E-8F28-1193-6909-CAB4A27B1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170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0BA22-DBA9-14F1-E21B-ACB4C6B7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16E6B2-214F-F40F-258D-FF8708102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B75D3B-42C9-35E9-99BA-0268BA714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531B01-1E40-9F79-3CC8-FA6E8156B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4953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8B0B-1527-F1CE-B7C6-3A4EEEE4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26890C-BFDE-EB57-C86A-5199A0D96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EF1C62-7FB2-EC14-4109-CC2B3204C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8CFB6A-4B50-8F81-53B5-44C94D279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556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9112F-7FB7-4F49-F4F6-C1D0DC6A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90F532-536D-B583-3561-FD0C56234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233B1A-142E-BC7B-FE19-6D22CE40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5087E6-8FC6-B2E3-2D74-B3C5168F5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1859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2232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5953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BE0A-4FED-FF2A-A29F-A3D3BA93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8D4508-C900-33E0-69A9-12D9A5EC8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678FD2-F52A-F464-A6DC-9AE4044DC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FF2B29-AFFB-903E-D5AD-4E4E99BA5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298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2.0.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David Alcarria Pedro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https://github.com/cccanvas-upv/pic-upv-lab2.git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COUPLERS_Student.ipynb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Cross-Sections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74687F-7302-3F32-F9D1-0566D05F33A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335A49-ACE2-C055-50CA-8DD755D2E7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AF6692CA-D0D0-2BAF-E673-933E02AE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52650"/>
            <a:ext cx="10972800" cy="430887"/>
          </a:xfrm>
        </p:spPr>
        <p:txBody>
          <a:bodyPr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Directional coupler</a:t>
            </a:r>
          </a:p>
        </p:txBody>
      </p:sp>
    </p:spTree>
    <p:extLst>
      <p:ext uri="{BB962C8B-B14F-4D97-AF65-F5344CB8AC3E}">
        <p14:creationId xmlns:p14="http://schemas.microsoft.com/office/powerpoint/2010/main" val="1640019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length and coupling coefficient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 µm – width 1.2 µm – gap 0.6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(distance needed for a complete energy transfer between waveguides, distance needed for splitting power in half.. 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L=m*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L_pi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enteros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positivos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impares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por 1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transferencia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total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energía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que K=1.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potencia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dividida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los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puertos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 = m*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L_pi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/2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impares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Por ultimo,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K=0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L=m*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L_pi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m pares.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3909688" y="2609722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L/</a:t>
            </a:r>
            <a:r>
              <a:rPr lang="en-US" dirty="0" err="1"/>
              <a:t>Lpi</a:t>
            </a:r>
            <a:r>
              <a:rPr lang="en-US" dirty="0"/>
              <a:t> vs K plot here</a:t>
            </a:r>
          </a:p>
        </p:txBody>
      </p:sp>
      <p:pic>
        <p:nvPicPr>
          <p:cNvPr id="6" name="Imagen 5" descr="Forma&#10;&#10;Descripción generada automáticamente con confianza media">
            <a:extLst>
              <a:ext uri="{FF2B5EF4-FFF2-40B4-BE49-F238E27FC236}">
                <a16:creationId xmlns:a16="http://schemas.microsoft.com/office/drawing/2014/main" id="{380A8455-6386-C7D5-7BB6-B79D8D91F0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88" y="1626040"/>
            <a:ext cx="3383313" cy="98368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29B523B-2C9F-48C2-BF4D-869C74BA60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4602" y="1554132"/>
            <a:ext cx="3902796" cy="31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24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Gap 0.6 - 1.6 µm (step 0.1 µm)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izquierda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L=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L_pi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por tanto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mayor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potencia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contraria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puerto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entrada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los ratios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derecha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L=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L_pi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/2 por tanto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potencia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entrada se divide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mitad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puerto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Como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aprecia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imagen, los ratios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 0.5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puerto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arriba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0.5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abajo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Ambos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presentan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0.18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dB.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CC1458-F832-4764-B9E5-21219ACA3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952" y="1659292"/>
            <a:ext cx="4577696" cy="290564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E29CCFB-E73C-4E0A-A736-9AE155257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1764" y="1574023"/>
            <a:ext cx="4436284" cy="307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2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Gap 0.6 - 1.6 µm (step 0.1 µm)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2"/>
            <a:ext cx="11199971" cy="483002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2EED1A6-47EF-4A41-BFFE-2583DBD8E5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406" y="1836219"/>
            <a:ext cx="3276600" cy="3994332"/>
          </a:xfrm>
          <a:prstGeom prst="rect">
            <a:avLst/>
          </a:prstGeom>
        </p:spPr>
      </p:pic>
      <p:graphicFrame>
        <p:nvGraphicFramePr>
          <p:cNvPr id="11" name="Tabla 11">
            <a:extLst>
              <a:ext uri="{FF2B5EF4-FFF2-40B4-BE49-F238E27FC236}">
                <a16:creationId xmlns:a16="http://schemas.microsoft.com/office/drawing/2014/main" id="{A6BBFF76-AF02-47E2-AA58-6E975A0E8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595833"/>
              </p:ext>
            </p:extLst>
          </p:nvPr>
        </p:nvGraphicFramePr>
        <p:xfrm>
          <a:off x="7562306" y="1501665"/>
          <a:ext cx="31623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100">
                  <a:extLst>
                    <a:ext uri="{9D8B030D-6E8A-4147-A177-3AD203B41FA5}">
                      <a16:colId xmlns:a16="http://schemas.microsoft.com/office/drawing/2014/main" val="1940948963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38804044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3236221254"/>
                    </a:ext>
                  </a:extLst>
                </a:gridCol>
              </a:tblGrid>
              <a:tr h="233962">
                <a:tc>
                  <a:txBody>
                    <a:bodyPr/>
                    <a:lstStyle/>
                    <a:p>
                      <a:r>
                        <a:rPr lang="es-ES" dirty="0"/>
                        <a:t>GAP (</a:t>
                      </a:r>
                      <a:r>
                        <a:rPr lang="es-ES" dirty="0" err="1"/>
                        <a:t>um</a:t>
                      </a:r>
                      <a:r>
                        <a:rPr lang="es-E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LOSSES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L_pi</a:t>
                      </a:r>
                      <a:r>
                        <a:rPr lang="es-ES" dirty="0"/>
                        <a:t>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72354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0.1851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0.9987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894246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0.1161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0.9989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623705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0.0968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0.9990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186772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0.1191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0.9992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796219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0.1938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0.9994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988731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0.3345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0.9995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836775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0.5452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0.9996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414131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0.7669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0.9997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985583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1.0870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0.9997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838679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1.4155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0.9997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781802"/>
                  </a:ext>
                </a:extLst>
              </a:tr>
              <a:tr h="233962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1.7769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0.9999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315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09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2x2 Directional Coupler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Gap 0.6 - 1.6 µm (step 0.1 µm) – Wavelength 1.55 µm 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2298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53809D-89DF-4BA2-B688-935065E7C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0093" y="1680423"/>
            <a:ext cx="3514913" cy="277653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C148AE2-DD69-4B77-8808-2E2EED8904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6996" y="1658652"/>
            <a:ext cx="3618652" cy="277653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7A084EF-8A00-4DF5-BEC3-7DB6425C27B4}"/>
              </a:ext>
            </a:extLst>
          </p:cNvPr>
          <p:cNvSpPr txBox="1"/>
          <p:nvPr/>
        </p:nvSpPr>
        <p:spPr>
          <a:xfrm>
            <a:off x="609441" y="4811862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muestran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ratio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puertos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gap.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mejores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gap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estarán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[0.7,0.9]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presentan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bajas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vez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ratio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bastante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cercano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1 que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ideal.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24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Parallel uncoupled waveguides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1.55 µm, width 1.0 µm, gap to be found for uncoupled </a:t>
            </a:r>
            <a:r>
              <a:rPr lang="en-US" b="0" dirty="0" err="1"/>
              <a:t>wvgs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441" y="4627196"/>
            <a:ext cx="1119997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Para que las guías estén desacopladas, Lπ debe ser mayor que L para minimizar K. Se podrían escoger valores de gap relativamente pequeños que cumplan la condición, pero como K es oscilatorio, en algunos puntos puede acercarse a 0 de manera accidental; sin embargo, las guías no estarán realmente desacopladas.</a:t>
            </a:r>
          </a:p>
          <a:p>
            <a:pPr algn="just"/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Para el caso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obtenemos un gap de 3.6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um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y cumple con que el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correspondiente (183.91 mm) es mucho mayor que L.</a:t>
            </a:r>
          </a:p>
          <a:p>
            <a:pPr algn="just"/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Para el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shallow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, he cambiado la función eme.py porque no calculaba para casos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shallow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4B77A0-B37C-3130-FB52-4E560C66946F}"/>
              </a:ext>
            </a:extLst>
          </p:cNvPr>
          <p:cNvSpPr/>
          <p:nvPr/>
        </p:nvSpPr>
        <p:spPr>
          <a:xfrm>
            <a:off x="609441" y="12192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A7ECAA3-0876-C0FB-D7E5-448FCC5ED226}"/>
              </a:ext>
            </a:extLst>
          </p:cNvPr>
          <p:cNvSpPr/>
          <p:nvPr/>
        </p:nvSpPr>
        <p:spPr>
          <a:xfrm>
            <a:off x="6321424" y="12192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1467207-8D05-D4C6-EBD2-209F796AE977}"/>
                  </a:ext>
                </a:extLst>
              </p:cNvPr>
              <p:cNvSpPr txBox="1"/>
              <p:nvPr/>
            </p:nvSpPr>
            <p:spPr>
              <a:xfrm>
                <a:off x="1079403" y="2480496"/>
                <a:ext cx="454663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vs gap for 10 mm </a:t>
                </a:r>
                <a:r>
                  <a:rPr lang="en-US" dirty="0" err="1"/>
                  <a:t>wvgs</a:t>
                </a:r>
                <a:r>
                  <a:rPr lang="en-US" dirty="0"/>
                  <a:t> to be uncoupled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1467207-8D05-D4C6-EBD2-209F796AE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480496"/>
                <a:ext cx="4546634" cy="1477328"/>
              </a:xfrm>
              <a:prstGeom prst="rect">
                <a:avLst/>
              </a:prstGeom>
              <a:blipFill>
                <a:blip r:embed="rId5"/>
                <a:stretch>
                  <a:fillRect t="-24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2E39C0C-95E1-ED90-891A-5D634D9DB76B}"/>
                  </a:ext>
                </a:extLst>
              </p:cNvPr>
              <p:cNvSpPr txBox="1"/>
              <p:nvPr/>
            </p:nvSpPr>
            <p:spPr>
              <a:xfrm>
                <a:off x="6883366" y="2480496"/>
                <a:ext cx="454663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Paste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vs gap for 10 mm </a:t>
                </a:r>
                <a:r>
                  <a:rPr lang="en-US" dirty="0" err="1"/>
                  <a:t>wvgs</a:t>
                </a:r>
                <a:r>
                  <a:rPr lang="en-US" dirty="0"/>
                  <a:t> to be uncoupled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2E39C0C-95E1-ED90-891A-5D634D9D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480496"/>
                <a:ext cx="4546634" cy="1200329"/>
              </a:xfrm>
              <a:prstGeom prst="rect">
                <a:avLst/>
              </a:prstGeom>
              <a:blipFill>
                <a:blip r:embed="rId6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>
            <a:extLst>
              <a:ext uri="{FF2B5EF4-FFF2-40B4-BE49-F238E27FC236}">
                <a16:creationId xmlns:a16="http://schemas.microsoft.com/office/drawing/2014/main" id="{7E247DFD-2CDE-45D3-AEA7-3AB69BC63D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0567" y="1369645"/>
            <a:ext cx="3804305" cy="300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4982-2E99-3EE0-CEBE-CEF54821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D29C4-F13C-8947-EF1D-2CBDDD14AC5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A4EFD1-1AF6-F17D-1B27-5115800F99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8111062F-F9A0-241E-6CCB-6E8BE4D8C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52650"/>
            <a:ext cx="10972800" cy="430887"/>
          </a:xfrm>
        </p:spPr>
        <p:txBody>
          <a:bodyPr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Multimode Interferometer (MMI) Coupler</a:t>
            </a:r>
          </a:p>
        </p:txBody>
      </p:sp>
    </p:spTree>
    <p:extLst>
      <p:ext uri="{BB962C8B-B14F-4D97-AF65-F5344CB8AC3E}">
        <p14:creationId xmlns:p14="http://schemas.microsoft.com/office/powerpoint/2010/main" val="3873318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7C0E-2677-BADF-D636-6F9B71E66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B8D44BF-A3B5-6BED-C39C-FA8260E83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4.1 2x2 Multimode Interference Coupler 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DFCF1AD-6B06-F914-AC0B-80F0ED838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A656CCE-66E0-EAE0-5C63-DF1315DF62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AB6581-C493-80EB-A67F-5289454DAA2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5029729-ADF3-3B30-4FF9-83BE1DB82BD7}"/>
              </a:ext>
            </a:extLst>
          </p:cNvPr>
          <p:cNvSpPr txBox="1"/>
          <p:nvPr/>
        </p:nvSpPr>
        <p:spPr>
          <a:xfrm>
            <a:off x="609441" y="4819471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(Coupling relationship,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 losses, comparison with Directional Coupler… 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/2,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0.4217 dB y un ratio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cercano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50/50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esperado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(0.5152 y 0.4848)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8DE5FDA-4E91-E843-E84A-1467BFAA9986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06A81B-1DE7-4993-A6AA-D02ECE945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1450461"/>
            <a:ext cx="3686562" cy="309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7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11DBE-A482-7036-60B2-70B7E2318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096193E-AB86-E3CD-BDAC-0F9156C1A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#4.2 – 2x2 Multimode Interference Coupler - Optimization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D17DCD6-D851-E62D-D95C-A9F995460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891046F-11DC-B7FC-54F7-9583E688DC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9BAA39-017F-D602-6705-A6CF4483013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3D7D9E5-DAC3-2BB8-7377-826863CBAD4E}"/>
              </a:ext>
            </a:extLst>
          </p:cNvPr>
          <p:cNvSpPr txBox="1"/>
          <p:nvPr/>
        </p:nvSpPr>
        <p:spPr>
          <a:xfrm>
            <a:off x="609441" y="4819471"/>
            <a:ext cx="11199971" cy="141577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0.1 y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dL_MMI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-0.5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optimizadas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0.330 dB y un ratio de 0.5055 y 0.4945</a:t>
            </a:r>
          </a:p>
          <a:p>
            <a:pPr algn="r"/>
            <a:r>
              <a:rPr lang="en-US" sz="1000" b="1" dirty="0"/>
              <a:t>Target</a:t>
            </a:r>
            <a:r>
              <a:rPr lang="en-US" sz="1000" dirty="0"/>
              <a:t>: make equal ratio over outputs (even if not 0.5) and minimize excess loss (even if not 0.0 dB)</a:t>
            </a:r>
          </a:p>
          <a:p>
            <a:pPr algn="r"/>
            <a:r>
              <a:rPr lang="en-US" sz="1000" dirty="0"/>
              <a:t>With same settings of previous LO, now adjust try to manually optimize the MMI by changing iteratively:</a:t>
            </a:r>
          </a:p>
          <a:p>
            <a:pPr algn="r"/>
            <a:r>
              <a:rPr lang="en-US" sz="1000" dirty="0"/>
              <a:t>- Change </a:t>
            </a:r>
            <a:r>
              <a:rPr lang="en-US" sz="1000" dirty="0" err="1"/>
              <a:t>dL_MMI</a:t>
            </a:r>
            <a:endParaRPr lang="en-US" sz="1000" dirty="0"/>
          </a:p>
          <a:p>
            <a:pPr algn="r"/>
            <a:r>
              <a:rPr lang="en-US" sz="1000" dirty="0"/>
              <a:t>- Change I/O waveguide position +/- </a:t>
            </a:r>
            <a:r>
              <a:rPr lang="en-US" sz="1000" dirty="0" err="1"/>
              <a:t>dy</a:t>
            </a:r>
            <a:endParaRPr lang="en-US" sz="1000" dirty="0"/>
          </a:p>
          <a:p>
            <a:pPr algn="r"/>
            <a:r>
              <a:rPr lang="en-US" sz="1000" b="1" dirty="0"/>
              <a:t>Hints</a:t>
            </a:r>
            <a:r>
              <a:rPr lang="en-US" sz="1000" dirty="0"/>
              <a:t>: observe the 2D EME propagation results to guide you to the best settings of a) and b).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772491E-4FFB-FFC3-C855-72A4B15F3E73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3D9742-E714-4668-8DDB-BFA03AD4E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256" y="1445477"/>
            <a:ext cx="3925487" cy="330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1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A9819-E058-DC4F-FB99-88F20442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1662E38-DE72-ADF3-A38E-08ED40DCC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#4.3 – 2x2 Multimode Interference Coupler – Optimization (II)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CD4B005-DA76-DF7C-8A51-CA16DFD2C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B06F952-20FD-3223-6AB8-83339507AF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06152F-2A2C-A19B-581F-494FDFF3375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F5B7948-A25A-9043-7061-DD15A9023924}"/>
              </a:ext>
            </a:extLst>
          </p:cNvPr>
          <p:cNvSpPr txBox="1"/>
          <p:nvPr/>
        </p:nvSpPr>
        <p:spPr>
          <a:xfrm>
            <a:off x="609441" y="4819471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un width de 1.3 um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buenas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(0.0159 dB)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aunque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llegue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bajar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los 0.1 dB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ratios no tan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cercanos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50/50.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036B97-F577-1F3C-3CE2-BD45F7D1FFC2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0CFB20A-64F3-A296-71E8-F4FA17D35314}"/>
              </a:ext>
            </a:extLst>
          </p:cNvPr>
          <p:cNvSpPr txBox="1"/>
          <p:nvPr/>
        </p:nvSpPr>
        <p:spPr>
          <a:xfrm>
            <a:off x="640245" y="1942909"/>
            <a:ext cx="1119997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propagation plot and console results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r"/>
            <a:r>
              <a:rPr lang="en-US" sz="1600" b="1" dirty="0"/>
              <a:t>Target</a:t>
            </a:r>
            <a:r>
              <a:rPr lang="en-US" sz="1600" dirty="0"/>
              <a:t>: make ratio over outputs 0.5 + excess loss &lt; 0.1 dB</a:t>
            </a:r>
          </a:p>
          <a:p>
            <a:pPr algn="r"/>
            <a:r>
              <a:rPr lang="en-US" sz="1600" dirty="0"/>
              <a:t>With same settings of previous LO, now modify the notebook so I/O waveguides have a different width. </a:t>
            </a:r>
          </a:p>
          <a:p>
            <a:pPr algn="r"/>
            <a:r>
              <a:rPr lang="en-US" sz="1600" u="sng" dirty="0"/>
              <a:t>- The nominal I/O waveguide width you have been using is 1.0 µm, increase it.</a:t>
            </a:r>
          </a:p>
          <a:p>
            <a:pPr algn="r"/>
            <a:r>
              <a:rPr lang="en-US" sz="1600" b="1" dirty="0"/>
              <a:t>(Warning</a:t>
            </a:r>
            <a:r>
              <a:rPr lang="en-US" sz="1600" dirty="0"/>
              <a:t>! Every time you change the I/O waveguide width you have to re-run modes calculation)</a:t>
            </a:r>
          </a:p>
          <a:p>
            <a:pPr algn="r"/>
            <a:r>
              <a:rPr lang="en-US" sz="1600" b="1" dirty="0"/>
              <a:t>Hints</a:t>
            </a:r>
            <a:r>
              <a:rPr lang="en-US" sz="1600" dirty="0"/>
              <a:t>: observe the 2D EME propagation results to guide you to the best settings of a) and b).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0D97B1-49CF-4987-982D-BF9E9B02D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41411"/>
            <a:ext cx="3551900" cy="297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3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A1363-C83E-82B6-7BDE-AD2801F8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E256546-3103-104D-A87F-78AEBE5D59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</a:t>
            </a:r>
            <a:r>
              <a:rPr lang="en-US" sz="2500"/>
              <a:t>outcome #5 </a:t>
            </a:r>
            <a:r>
              <a:rPr lang="en-US" sz="2500" dirty="0"/>
              <a:t>– 1x4 Multimode Interference Coupler </a:t>
            </a:r>
            <a:br>
              <a:rPr lang="en-US" sz="2500" dirty="0"/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?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BFCA3D8-29F6-7091-7099-77888A9F8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2E75535-0FBC-4C5F-9AC5-7008914FCF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7AC2AFF-A7D9-EBCD-7C5A-6CDF61B6936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D73A2E-0E5A-8A39-6B70-F9E94D6DBB70}"/>
              </a:ext>
            </a:extLst>
          </p:cNvPr>
          <p:cNvSpPr txBox="1"/>
          <p:nvPr/>
        </p:nvSpPr>
        <p:spPr>
          <a:xfrm>
            <a:off x="609441" y="4819471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Width  = 12 um. Primera imagen sin optimizer y para 3*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/16. Para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segunda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realizado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optimización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0.1 y dL = -1.2.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mejoramos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los ratios son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Después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segunda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optimización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un width de 2 um,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buenas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(0.0015 dB)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no tan buenos ratios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B86587-21D4-5A33-7D00-DDF170C919BA}"/>
              </a:ext>
            </a:extLst>
          </p:cNvPr>
          <p:cNvSpPr/>
          <p:nvPr/>
        </p:nvSpPr>
        <p:spPr>
          <a:xfrm>
            <a:off x="609441" y="1377510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C0AB92-4075-479B-B592-8AD5FD6C2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495973"/>
            <a:ext cx="3514870" cy="30691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97D9907-830C-42C7-82B2-BF0D9CDE0E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882" y="1505228"/>
            <a:ext cx="3532715" cy="307123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84ED37E-FEAF-4781-852E-2D9DA23DA9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428" y="1493840"/>
            <a:ext cx="3505470" cy="307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64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0F79-E2ED-1B1B-6289-A1259E80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AC39480-E3E5-69B1-401F-A50C45531E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Extra #1 – Directional wavelength dependence</a:t>
            </a:r>
            <a:br>
              <a:rPr lang="en-US" sz="2500" dirty="0"/>
            </a:br>
            <a:r>
              <a:rPr lang="en-US" b="0" dirty="0"/>
              <a:t>Wavelengths </a:t>
            </a:r>
            <a:r>
              <a:rPr lang="en-US" dirty="0"/>
              <a:t>from 1.5 to 1.7 µm</a:t>
            </a:r>
            <a:r>
              <a:rPr lang="en-US" b="0" dirty="0"/>
              <a:t>, gap = 0.6 µm, width 1.0 µm</a:t>
            </a:r>
            <a:br>
              <a:rPr lang="en-US" b="0" dirty="0"/>
            </a:b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BEE8680-2E49-EF52-0E73-7736679A4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3F99BBB-5F10-0BE4-E2DE-E78EAA82F5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B2FA4B-8D15-84DC-29D1-94F9F850476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1326FD-308E-2C47-D5D2-57B3357241AA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42E1AD9-10D4-8ACB-526F-2DA1DD2B9881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ED9C7E-0684-E2B9-7FD6-9BCF17CC000A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F16E403-DF61-C9A0-D57F-2E61BEFA8887}"/>
              </a:ext>
            </a:extLst>
          </p:cNvPr>
          <p:cNvSpPr txBox="1"/>
          <p:nvPr/>
        </p:nvSpPr>
        <p:spPr>
          <a:xfrm>
            <a:off x="6331152" y="4342178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42246AD-E019-41EE-9917-5733CB297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4980" y="1773176"/>
            <a:ext cx="3315480" cy="267947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AEBC067-D925-4DC1-90D0-CB681548F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045" y="1838020"/>
            <a:ext cx="3148793" cy="254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58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Extra #2 – Directional coupler gap dependence</a:t>
            </a:r>
            <a:br>
              <a:rPr lang="en-US" sz="2500" dirty="0"/>
            </a:br>
            <a:r>
              <a:rPr lang="en-US" b="0" dirty="0"/>
              <a:t>Wavelength 1.55 µm, width 1.0 µm, </a:t>
            </a:r>
            <a:r>
              <a:rPr lang="en-US" dirty="0"/>
              <a:t>gap 0.2-2.4 µm </a:t>
            </a:r>
            <a:r>
              <a:rPr lang="en-US" b="0" dirty="0"/>
              <a:t>(step 0.2 µm)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Make conclusions and observations from your results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488849-10A1-FB48-F511-E57B062CD7E2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8726DAB-1B5F-39D1-63A0-BB708EA6E17F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309BFB-98FD-0CBA-3C6A-346D8859893B}"/>
              </a:ext>
            </a:extLst>
          </p:cNvPr>
          <p:cNvSpPr txBox="1"/>
          <p:nvPr/>
        </p:nvSpPr>
        <p:spPr>
          <a:xfrm>
            <a:off x="6331152" y="4342178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2BDCA1-6DAE-4B85-9FD7-F39B88CF20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755989"/>
            <a:ext cx="4605337" cy="268964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24767B5-B140-40D6-ADC5-E470E4BA6D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5715" y="1924536"/>
            <a:ext cx="4117976" cy="240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6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Extra #3 – MMI coupler wavelength dependence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Wavelengths from 1.5 to 1.7 µm, </a:t>
            </a:r>
            <a:r>
              <a:rPr lang="en-US" b="0" dirty="0" err="1"/>
              <a:t>wMMI</a:t>
            </a:r>
            <a:r>
              <a:rPr lang="en-US" b="0" dirty="0"/>
              <a:t> = 6.6 µm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(Important. Compare with Directional Coupler)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6EDE51-D41E-C23B-F402-2F7357DE871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A3233C9-FE6F-52D8-4D87-224222BDA8E1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016548-01A2-6E58-B80D-148384B98EB3}"/>
              </a:ext>
            </a:extLst>
          </p:cNvPr>
          <p:cNvSpPr txBox="1"/>
          <p:nvPr/>
        </p:nvSpPr>
        <p:spPr>
          <a:xfrm>
            <a:off x="6331152" y="4342178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C5B9220-00F9-4646-8B41-A9D8773B5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148" y="1684666"/>
            <a:ext cx="3745304" cy="302684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5422317-38E4-45FD-9E81-3E257AE4D4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1370" y="1601338"/>
            <a:ext cx="3606666" cy="291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45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5C897-D580-E5C1-161C-F8E07269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3FFBD12-4EFF-41C1-4765-2AD268B2BD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Extra #4 – MMI coupler body width dependence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Wavelength 1.55 µm, </a:t>
            </a:r>
            <a:r>
              <a:rPr lang="en-US" b="0" dirty="0" err="1"/>
              <a:t>wMMI</a:t>
            </a:r>
            <a:r>
              <a:rPr lang="en-US" b="0" dirty="0"/>
              <a:t> = 5-10 µm (steps 0.5 µm)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14AF521-052E-A1FA-D63D-CB0826C48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C87B233-8A68-967F-55BC-3A828B5F39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1B524E-0E15-1C98-31B0-C98BD07BFBE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D88CB07-C5F5-9BB7-9F41-E171F0F0E2B9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Polarization independent coupler: is there any point for which the MMI coupler can work identically for TE and TM? Answer yes / no and explain why?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58B1BB0-E248-0BA3-D1B3-93649227103E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0E2533-B1CA-72C4-3859-1CBDD588788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54B5534-E510-6404-1E30-B73FDF73AD42}"/>
              </a:ext>
            </a:extLst>
          </p:cNvPr>
          <p:cNvSpPr txBox="1"/>
          <p:nvPr/>
        </p:nvSpPr>
        <p:spPr>
          <a:xfrm>
            <a:off x="6331152" y="4342178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273895C-AFFE-4778-B2E7-0F8686DBA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677685"/>
            <a:ext cx="3747456" cy="298615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2122AF8-D6F1-4D6C-96F0-0FEA13AB06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777122"/>
            <a:ext cx="3322320" cy="264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39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18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1354</Words>
  <Application>Microsoft Office PowerPoint</Application>
  <PresentationFormat>Panorámica</PresentationFormat>
  <Paragraphs>203</Paragraphs>
  <Slides>18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Lucida Sans</vt:lpstr>
      <vt:lpstr>Times New Roman</vt:lpstr>
      <vt:lpstr>Office Theme</vt:lpstr>
      <vt:lpstr>Presentación de PowerPoint</vt:lpstr>
      <vt:lpstr>Instructions General</vt:lpstr>
      <vt:lpstr>Presentación de PowerPoint</vt:lpstr>
      <vt:lpstr>Learning outcome #1 – Directional coupler length and coupling coefficient Wavelength 1.5 µm – width 1.2 µm – gap 0.6 µm</vt:lpstr>
      <vt:lpstr>Learning outcome #2 – 2x2 Directional Coupler Gap 0.6 - 1.6 µm (step 0.1 µm) – Wavelength 1.55 µm </vt:lpstr>
      <vt:lpstr>Learning outcome #2 – 2x2 Directional Coupler Gap 0.6 - 1.6 µm (step 0.1 µm) – Wavelength 1.55 µm </vt:lpstr>
      <vt:lpstr>Learning outcome #2 – 2x2 Directional Coupler Gap 0.6 - 1.6 µm (step 0.1 µm) – Wavelength 1.55 µm </vt:lpstr>
      <vt:lpstr>Learning outcome #3 – Parallel uncoupled waveguides Wavelength 1.55 µm, width 1.0 µm, gap to be found for uncoupled wvgs</vt:lpstr>
      <vt:lpstr>Presentación de PowerPoint</vt:lpstr>
      <vt:lpstr>Learning outcome #4 – 4.1 2x2 Multimode Interference Coupler  Wavelength 1.55 µm, wMMI = 6.6 µm</vt:lpstr>
      <vt:lpstr>Learning outcome #4.2 – 2x2 Multimode Interference Coupler - Optimization Wavelength 1.55 µm, wMMI = 6.6 µm</vt:lpstr>
      <vt:lpstr>Learning outcome #4.3 – 2x2 Multimode Interference Coupler – Optimization (II) Wavelength 1.55 µm, wMMI = 6.6 µm</vt:lpstr>
      <vt:lpstr>Learning outcome #5 – 1x4 Multimode Interference Coupler  Wavelength 1.55 µm, wMMI = ? µm</vt:lpstr>
      <vt:lpstr>Extra #1 – Directional wavelength dependence Wavelengths from 1.5 to 1.7 µm, gap = 0.6 µm, width 1.0 µm  </vt:lpstr>
      <vt:lpstr>Extra #2 – Directional coupler gap dependence Wavelength 1.55 µm, width 1.0 µm, gap 0.2-2.4 µm (step 0.2 µm) </vt:lpstr>
      <vt:lpstr>Extra #3 – MMI coupler wavelength dependence Wavelengths from 1.5 to 1.7 µm, wMMI = 6.6 µm</vt:lpstr>
      <vt:lpstr>Extra #4 – MMI coupler body width dependence Wavelength 1.55 µm, wMMI = 5-10 µm (steps 0.5 µm)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cfp</cp:lastModifiedBy>
  <cp:revision>43</cp:revision>
  <dcterms:created xsi:type="dcterms:W3CDTF">2025-01-27T02:46:57Z</dcterms:created>
  <dcterms:modified xsi:type="dcterms:W3CDTF">2026-03-10T08:05:12Z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