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  <Override PartName="/docProps/custom.xml" ContentType="application/vnd.openxmlformats-officedocument.custom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>
  <p:sldMasterIdLst>
    <p:sldMasterId id="2147483648" r:id="rId1"/>
  </p:sldMasterIdLst>
  <p:notesMasterIdLst>
    <p:notesMasterId r:id="rId20"/>
  </p:notesMasterIdLst>
  <p:handoutMasterIdLst>
    <p:handoutMasterId r:id="rId21"/>
  </p:handoutMasterIdLst>
  <p:sldIdLst>
    <p:sldId id="256" r:id="rId2"/>
    <p:sldId id="289" r:id="rId3"/>
    <p:sldId id="295" r:id="rId4"/>
    <p:sldId id="302" r:id="rId5"/>
    <p:sldId id="303" r:id="rId6"/>
    <p:sldId id="304" r:id="rId7"/>
    <p:sldId id="305" r:id="rId8"/>
    <p:sldId id="291" r:id="rId9"/>
    <p:sldId id="296" r:id="rId10"/>
    <p:sldId id="294" r:id="rId11"/>
    <p:sldId id="299" r:id="rId12"/>
    <p:sldId id="300" r:id="rId13"/>
    <p:sldId id="301" r:id="rId14"/>
    <p:sldId id="297" r:id="rId15"/>
    <p:sldId id="290" r:id="rId16"/>
    <p:sldId id="292" r:id="rId17"/>
    <p:sldId id="298" r:id="rId18"/>
    <p:sldId id="288" r:id="rId19"/>
  </p:sldIdLst>
  <p:sldSz cx="12192000" cy="6858000"/>
  <p:notesSz cx="12192000" cy="6858000"/>
  <p:defaultTextStyle>
    <a:defPPr>
      <a:defRPr lang="es-E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3A706B2-AA95-4CDC-834C-F4D908C80230}" v="95" dt="2025-02-09T23:48:29.268"/>
  </p1510:revLst>
</p1510:revInfo>
</file>

<file path=ppt/tableStyles.xml><?xml version="1.0" encoding="utf-8"?>
<a:tblStyleLst xmlns:a="http://schemas.openxmlformats.org/drawingml/2006/main" def="{5C22544A-7EE6-4342-B048-85BDC9FD1C3A}"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C22544A-7EE6-4342-B048-85BDC9FD1C3A}" styleName="Estilo medio 2 - Énfasis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5538" autoAdjust="0"/>
    <p:restoredTop sz="95033" autoAdjust="0"/>
  </p:normalViewPr>
  <p:slideViewPr>
    <p:cSldViewPr>
      <p:cViewPr varScale="1">
        <p:scale>
          <a:sx n="113" d="100"/>
          <a:sy n="113" d="100"/>
        </p:scale>
        <p:origin x="1056" y="102"/>
      </p:cViewPr>
      <p:guideLst>
        <p:guide orient="horz" pos="2880"/>
        <p:guide pos="2160"/>
      </p:guideLst>
    </p:cSldViewPr>
  </p:slid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3" d="100"/>
          <a:sy n="83" d="100"/>
        </p:scale>
        <p:origin x="1392" y="62"/>
      </p:cViewPr>
      <p:guideLst/>
    </p:cSldViewPr>
  </p:notes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microsoft.com/office/2016/11/relationships/changesInfo" Target="changesInfos/changesInfo1.xml"/><Relationship Id="rId3" Type="http://schemas.openxmlformats.org/officeDocument/2006/relationships/slide" Target="slides/slide2.xml"/><Relationship Id="rId21" Type="http://schemas.openxmlformats.org/officeDocument/2006/relationships/handoutMaster" Target="handoutMasters/handoutMaster1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notesMaster" Target="notesMasters/notesMaster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theme" Target="theme/theme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presProps" Target="presProps.xml"/><Relationship Id="rId27" Type="http://schemas.microsoft.com/office/2015/10/relationships/revisionInfo" Target="revisionInfo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Christian Camilo Cano Vasquez" userId="8c73a2a4-758b-4e34-81ed-39462e48bd92" providerId="ADAL" clId="{83A706B2-AA95-4CDC-834C-F4D908C80230}"/>
    <pc:docChg chg="undo redo custSel addSld delSld modSld">
      <pc:chgData name="Christian Camilo Cano Vasquez" userId="8c73a2a4-758b-4e34-81ed-39462e48bd92" providerId="ADAL" clId="{83A706B2-AA95-4CDC-834C-F4D908C80230}" dt="2025-02-10T11:46:25.185" v="655" actId="20577"/>
      <pc:docMkLst>
        <pc:docMk/>
      </pc:docMkLst>
      <pc:sldChg chg="modSp mod">
        <pc:chgData name="Christian Camilo Cano Vasquez" userId="8c73a2a4-758b-4e34-81ed-39462e48bd92" providerId="ADAL" clId="{83A706B2-AA95-4CDC-834C-F4D908C80230}" dt="2025-02-09T23:21:47.550" v="170" actId="20577"/>
        <pc:sldMkLst>
          <pc:docMk/>
          <pc:sldMk cId="0" sldId="256"/>
        </pc:sldMkLst>
        <pc:spChg chg="mod">
          <ac:chgData name="Christian Camilo Cano Vasquez" userId="8c73a2a4-758b-4e34-81ed-39462e48bd92" providerId="ADAL" clId="{83A706B2-AA95-4CDC-834C-F4D908C80230}" dt="2025-02-09T23:21:47.550" v="170" actId="20577"/>
          <ac:spMkLst>
            <pc:docMk/>
            <pc:sldMk cId="0" sldId="256"/>
            <ac:spMk id="3" creationId="{00000000-0000-0000-0000-000000000000}"/>
          </ac:spMkLst>
        </pc:spChg>
      </pc:sldChg>
      <pc:sldChg chg="modSp mod">
        <pc:chgData name="Christian Camilo Cano Vasquez" userId="8c73a2a4-758b-4e34-81ed-39462e48bd92" providerId="ADAL" clId="{83A706B2-AA95-4CDC-834C-F4D908C80230}" dt="2025-02-09T22:54:55.862" v="0" actId="20577"/>
        <pc:sldMkLst>
          <pc:docMk/>
          <pc:sldMk cId="560234623" sldId="289"/>
        </pc:sldMkLst>
        <pc:spChg chg="mod">
          <ac:chgData name="Christian Camilo Cano Vasquez" userId="8c73a2a4-758b-4e34-81ed-39462e48bd92" providerId="ADAL" clId="{83A706B2-AA95-4CDC-834C-F4D908C80230}" dt="2025-02-09T22:54:55.862" v="0" actId="20577"/>
          <ac:spMkLst>
            <pc:docMk/>
            <pc:sldMk cId="560234623" sldId="289"/>
            <ac:spMk id="4" creationId="{9F7BC140-B3D8-C3CB-55AD-9064C7CDE9CA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2.493" v="173" actId="20577"/>
        <pc:sldMkLst>
          <pc:docMk/>
          <pc:sldMk cId="730501311" sldId="290"/>
        </pc:sldMkLst>
        <pc:spChg chg="mod">
          <ac:chgData name="Christian Camilo Cano Vasquez" userId="8c73a2a4-758b-4e34-81ed-39462e48bd92" providerId="ADAL" clId="{83A706B2-AA95-4CDC-834C-F4D908C80230}" dt="2025-02-09T23:04:13.626" v="39" actId="20577"/>
          <ac:spMkLst>
            <pc:docMk/>
            <pc:sldMk cId="730501311" sldId="290"/>
            <ac:spMk id="2" creationId="{D0F8CF3B-B920-DBFC-F825-0C87B51EADA7}"/>
          </ac:spMkLst>
        </pc:spChg>
        <pc:spChg chg="del">
          <ac:chgData name="Christian Camilo Cano Vasquez" userId="8c73a2a4-758b-4e34-81ed-39462e48bd92" providerId="ADAL" clId="{83A706B2-AA95-4CDC-834C-F4D908C80230}" dt="2025-02-09T22:59:02.631" v="2" actId="478"/>
          <ac:spMkLst>
            <pc:docMk/>
            <pc:sldMk cId="730501311" sldId="290"/>
            <ac:spMk id="4" creationId="{AA9E72FF-B948-6B7A-8909-97C6BE95D6FB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5" creationId="{E7488849-10A1-FB48-F511-E57B062CD7E2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6" creationId="{68726DAB-1B5F-39D1-63A0-BB708EA6E17F}"/>
          </ac:spMkLst>
        </pc:spChg>
        <pc:spChg chg="add mod">
          <ac:chgData name="Christian Camilo Cano Vasquez" userId="8c73a2a4-758b-4e34-81ed-39462e48bd92" providerId="ADAL" clId="{83A706B2-AA95-4CDC-834C-F4D908C80230}" dt="2025-02-09T23:00:11.400" v="3"/>
          <ac:spMkLst>
            <pc:docMk/>
            <pc:sldMk cId="730501311" sldId="290"/>
            <ac:spMk id="7" creationId="{6D309BFB-98FD-0CBA-3C6A-346D8859893B}"/>
          </ac:spMkLst>
        </pc:spChg>
        <pc:spChg chg="add mod">
          <ac:chgData name="Christian Camilo Cano Vasquez" userId="8c73a2a4-758b-4e34-81ed-39462e48bd92" providerId="ADAL" clId="{83A706B2-AA95-4CDC-834C-F4D908C80230}" dt="2025-02-09T23:02:26.970" v="32" actId="20577"/>
          <ac:spMkLst>
            <pc:docMk/>
            <pc:sldMk cId="730501311" sldId="290"/>
            <ac:spMk id="8" creationId="{E9BD6C85-02F1-7B54-41E3-E3D9883786D8}"/>
          </ac:spMkLst>
        </pc:spChg>
        <pc:spChg chg="add mod">
          <ac:chgData name="Christian Camilo Cano Vasquez" userId="8c73a2a4-758b-4e34-81ed-39462e48bd92" providerId="ADAL" clId="{83A706B2-AA95-4CDC-834C-F4D908C80230}" dt="2025-02-09T23:02:32.780" v="33"/>
          <ac:spMkLst>
            <pc:docMk/>
            <pc:sldMk cId="730501311" sldId="290"/>
            <ac:spMk id="9" creationId="{7431A41C-EEB3-44D0-4622-A915E258C8F0}"/>
          </ac:spMkLst>
        </pc:spChg>
        <pc:spChg chg="mod">
          <ac:chgData name="Christian Camilo Cano Vasquez" userId="8c73a2a4-758b-4e34-81ed-39462e48bd92" providerId="ADAL" clId="{83A706B2-AA95-4CDC-834C-F4D908C80230}" dt="2025-02-09T23:24:42.493" v="173" actId="20577"/>
          <ac:spMkLst>
            <pc:docMk/>
            <pc:sldMk cId="730501311" sldId="290"/>
            <ac:spMk id="16" creationId="{471E1424-6C4B-2D9A-1352-30AFB987AD41}"/>
          </ac:spMkLst>
        </pc:spChg>
      </pc:sldChg>
      <pc:sldChg chg="addSp delSp modSp mod">
        <pc:chgData name="Christian Camilo Cano Vasquez" userId="8c73a2a4-758b-4e34-81ed-39462e48bd92" providerId="ADAL" clId="{83A706B2-AA95-4CDC-834C-F4D908C80230}" dt="2025-02-09T23:24:47.352" v="175" actId="20577"/>
        <pc:sldMkLst>
          <pc:docMk/>
          <pc:sldMk cId="3712356003" sldId="291"/>
        </pc:sldMkLst>
        <pc:spChg chg="mod">
          <ac:chgData name="Christian Camilo Cano Vasquez" userId="8c73a2a4-758b-4e34-81ed-39462e48bd92" providerId="ADAL" clId="{83A706B2-AA95-4CDC-834C-F4D908C80230}" dt="2025-02-09T23:15:16.003" v="106" actId="20577"/>
          <ac:spMkLst>
            <pc:docMk/>
            <pc:sldMk cId="3712356003" sldId="291"/>
            <ac:spMk id="2" creationId="{CA5F0FDF-2A95-453B-4ECA-AEB637FF2694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4" creationId="{FB4B77A0-B37C-3130-FB52-4E560C66946F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5" creationId="{DA7ECAA3-0876-C0FB-D7E5-448FCC5ED226}"/>
          </ac:spMkLst>
        </pc:spChg>
        <pc:spChg chg="del">
          <ac:chgData name="Christian Camilo Cano Vasquez" userId="8c73a2a4-758b-4e34-81ed-39462e48bd92" providerId="ADAL" clId="{83A706B2-AA95-4CDC-834C-F4D908C80230}" dt="2025-02-09T23:09:07.294" v="48" actId="478"/>
          <ac:spMkLst>
            <pc:docMk/>
            <pc:sldMk cId="3712356003" sldId="291"/>
            <ac:spMk id="7" creationId="{21F754A5-65BC-14A3-5F55-75716FFA9027}"/>
          </ac:spMkLst>
        </pc:spChg>
        <pc:spChg chg="del">
          <ac:chgData name="Christian Camilo Cano Vasquez" userId="8c73a2a4-758b-4e34-81ed-39462e48bd92" providerId="ADAL" clId="{83A706B2-AA95-4CDC-834C-F4D908C80230}" dt="2025-02-09T23:09:11.050" v="49" actId="478"/>
          <ac:spMkLst>
            <pc:docMk/>
            <pc:sldMk cId="3712356003" sldId="291"/>
            <ac:spMk id="8" creationId="{CD9C65D4-5494-F5CE-1094-CB0A32C33876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9" creationId="{C1467207-8D05-D4C6-EBD2-209F796AE977}"/>
          </ac:spMkLst>
        </pc:spChg>
        <pc:spChg chg="add mod">
          <ac:chgData name="Christian Camilo Cano Vasquez" userId="8c73a2a4-758b-4e34-81ed-39462e48bd92" providerId="ADAL" clId="{83A706B2-AA95-4CDC-834C-F4D908C80230}" dt="2025-02-09T23:14:26.914" v="81" actId="1035"/>
          <ac:spMkLst>
            <pc:docMk/>
            <pc:sldMk cId="3712356003" sldId="291"/>
            <ac:spMk id="10" creationId="{32E39C0C-95E1-ED90-891A-5D634D9DB76B}"/>
          </ac:spMkLst>
        </pc:spChg>
        <pc:spChg chg="mod">
          <ac:chgData name="Christian Camilo Cano Vasquez" userId="8c73a2a4-758b-4e34-81ed-39462e48bd92" providerId="ADAL" clId="{83A706B2-AA95-4CDC-834C-F4D908C80230}" dt="2025-02-09T23:24:47.352" v="175" actId="20577"/>
          <ac:spMkLst>
            <pc:docMk/>
            <pc:sldMk cId="3712356003" sldId="291"/>
            <ac:spMk id="16" creationId="{5431EA70-9578-8BF1-5A05-77CDC26788B4}"/>
          </ac:spMkLst>
        </pc:spChg>
        <pc:picChg chg="del">
          <ac:chgData name="Christian Camilo Cano Vasquez" userId="8c73a2a4-758b-4e34-81ed-39462e48bd92" providerId="ADAL" clId="{83A706B2-AA95-4CDC-834C-F4D908C80230}" dt="2025-02-09T23:08:10.270" v="47" actId="478"/>
          <ac:picMkLst>
            <pc:docMk/>
            <pc:sldMk cId="3712356003" sldId="291"/>
            <ac:picMk id="6" creationId="{380A8455-6386-C7D5-7BB6-B79D8D91F0EF}"/>
          </ac:picMkLst>
        </pc:picChg>
      </pc:sldChg>
      <pc:sldChg chg="addSp delSp modSp mod">
        <pc:chgData name="Christian Camilo Cano Vasquez" userId="8c73a2a4-758b-4e34-81ed-39462e48bd92" providerId="ADAL" clId="{83A706B2-AA95-4CDC-834C-F4D908C80230}" dt="2025-02-09T23:31:23.910" v="296" actId="20577"/>
        <pc:sldMkLst>
          <pc:docMk/>
          <pc:sldMk cId="2900117438" sldId="292"/>
        </pc:sldMkLst>
        <pc:spChg chg="mod">
          <ac:chgData name="Christian Camilo Cano Vasquez" userId="8c73a2a4-758b-4e34-81ed-39462e48bd92" providerId="ADAL" clId="{83A706B2-AA95-4CDC-834C-F4D908C80230}" dt="2025-02-09T23:31:23.910" v="296" actId="20577"/>
          <ac:spMkLst>
            <pc:docMk/>
            <pc:sldMk cId="2900117438" sldId="292"/>
            <ac:spMk id="2" creationId="{82A62DD6-5488-72A1-9926-0CAEE59089A9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4" creationId="{796EDE51-D41E-C23B-F402-2F7357DE8714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5" creationId="{5A3233C9-FE6F-52D8-4D87-224222BDA8E1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6" creationId="{0C016548-01A2-6E58-B80D-148384B98EB3}"/>
          </ac:spMkLst>
        </pc:spChg>
        <pc:spChg chg="del">
          <ac:chgData name="Christian Camilo Cano Vasquez" userId="8c73a2a4-758b-4e34-81ed-39462e48bd92" providerId="ADAL" clId="{83A706B2-AA95-4CDC-834C-F4D908C80230}" dt="2025-02-09T23:30:21.832" v="251" actId="478"/>
          <ac:spMkLst>
            <pc:docMk/>
            <pc:sldMk cId="2900117438" sldId="292"/>
            <ac:spMk id="7" creationId="{FBC7D187-267A-ADD4-764C-D3820B8ED302}"/>
          </ac:spMkLst>
        </pc:spChg>
        <pc:spChg chg="del">
          <ac:chgData name="Christian Camilo Cano Vasquez" userId="8c73a2a4-758b-4e34-81ed-39462e48bd92" providerId="ADAL" clId="{83A706B2-AA95-4CDC-834C-F4D908C80230}" dt="2025-02-09T23:30:25.360" v="252" actId="478"/>
          <ac:spMkLst>
            <pc:docMk/>
            <pc:sldMk cId="2900117438" sldId="292"/>
            <ac:spMk id="8" creationId="{1EF5BFDA-8EC1-8C73-A932-F36C4DB93C73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9" creationId="{075D03BE-0D6A-89E5-3C68-D7BD97B4676E}"/>
          </ac:spMkLst>
        </pc:spChg>
        <pc:spChg chg="add mod">
          <ac:chgData name="Christian Camilo Cano Vasquez" userId="8c73a2a4-758b-4e34-81ed-39462e48bd92" providerId="ADAL" clId="{83A706B2-AA95-4CDC-834C-F4D908C80230}" dt="2025-02-09T23:30:25.991" v="253"/>
          <ac:spMkLst>
            <pc:docMk/>
            <pc:sldMk cId="2900117438" sldId="292"/>
            <ac:spMk id="10" creationId="{AC01EDEE-71CC-C570-700B-076F03FCF7E1}"/>
          </ac:spMkLst>
        </pc:spChg>
        <pc:spChg chg="mod">
          <ac:chgData name="Christian Camilo Cano Vasquez" userId="8c73a2a4-758b-4e34-81ed-39462e48bd92" providerId="ADAL" clId="{83A706B2-AA95-4CDC-834C-F4D908C80230}" dt="2025-02-09T23:29:51.940" v="250" actId="20577"/>
          <ac:spMkLst>
            <pc:docMk/>
            <pc:sldMk cId="2900117438" sldId="292"/>
            <ac:spMk id="16" creationId="{6AA2E789-F7AE-F068-274C-E0F13A22DBCA}"/>
          </ac:spMkLst>
        </pc:spChg>
      </pc:sldChg>
      <pc:sldChg chg="del">
        <pc:chgData name="Christian Camilo Cano Vasquez" userId="8c73a2a4-758b-4e34-81ed-39462e48bd92" providerId="ADAL" clId="{83A706B2-AA95-4CDC-834C-F4D908C80230}" dt="2025-02-09T23:36:40.142" v="343" actId="47"/>
        <pc:sldMkLst>
          <pc:docMk/>
          <pc:sldMk cId="3660438245" sldId="293"/>
        </pc:sldMkLst>
      </pc:sldChg>
      <pc:sldChg chg="addSp delSp modSp mod">
        <pc:chgData name="Christian Camilo Cano Vasquez" userId="8c73a2a4-758b-4e34-81ed-39462e48bd92" providerId="ADAL" clId="{83A706B2-AA95-4CDC-834C-F4D908C80230}" dt="2025-02-09T23:43:58.113" v="517" actId="20577"/>
        <pc:sldMkLst>
          <pc:docMk/>
          <pc:sldMk cId="2815679427" sldId="294"/>
        </pc:sldMkLst>
        <pc:spChg chg="add del mod">
          <ac:chgData name="Christian Camilo Cano Vasquez" userId="8c73a2a4-758b-4e34-81ed-39462e48bd92" providerId="ADAL" clId="{83A706B2-AA95-4CDC-834C-F4D908C80230}" dt="2025-02-09T23:39:50.840" v="385" actId="20577"/>
          <ac:spMkLst>
            <pc:docMk/>
            <pc:sldMk cId="2815679427" sldId="294"/>
            <ac:spMk id="2" creationId="{B5029729-ADF3-3B30-4FF9-83BE1DB82BD7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4" creationId="{06A90612-6654-786D-6F6A-F4EA67014379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5" creationId="{5032AC03-DEF1-DAF0-236E-A42778A7A062}"/>
          </ac:spMkLst>
        </pc:spChg>
        <pc:spChg chg="add mod">
          <ac:chgData name="Christian Camilo Cano Vasquez" userId="8c73a2a4-758b-4e34-81ed-39462e48bd92" providerId="ADAL" clId="{83A706B2-AA95-4CDC-834C-F4D908C80230}" dt="2025-02-09T23:37:46.370" v="351"/>
          <ac:spMkLst>
            <pc:docMk/>
            <pc:sldMk cId="2815679427" sldId="294"/>
            <ac:spMk id="6" creationId="{3338A34B-BF11-73AC-D891-565FD218C2F6}"/>
          </ac:spMkLst>
        </pc:spChg>
        <pc:spChg chg="add del mod">
          <ac:chgData name="Christian Camilo Cano Vasquez" userId="8c73a2a4-758b-4e34-81ed-39462e48bd92" providerId="ADAL" clId="{83A706B2-AA95-4CDC-834C-F4D908C80230}" dt="2025-02-09T23:39:04.073" v="372" actId="1036"/>
          <ac:spMkLst>
            <pc:docMk/>
            <pc:sldMk cId="2815679427" sldId="294"/>
            <ac:spMk id="7" creationId="{98DE5FDA-4E91-E843-E84A-1467BFAA9986}"/>
          </ac:spMkLst>
        </pc:spChg>
        <pc:spChg chg="add del mod">
          <ac:chgData name="Christian Camilo Cano Vasquez" userId="8c73a2a4-758b-4e34-81ed-39462e48bd92" providerId="ADAL" clId="{83A706B2-AA95-4CDC-834C-F4D908C80230}" dt="2025-02-09T23:43:58.113" v="517" actId="20577"/>
          <ac:spMkLst>
            <pc:docMk/>
            <pc:sldMk cId="2815679427" sldId="294"/>
            <ac:spMk id="8" creationId="{0DA14DBA-172E-DA2C-0573-6A00BF18F4A5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9" creationId="{4D1551B0-A822-E426-5721-B1FC37702FCB}"/>
          </ac:spMkLst>
        </pc:spChg>
        <pc:spChg chg="add mod">
          <ac:chgData name="Christian Camilo Cano Vasquez" userId="8c73a2a4-758b-4e34-81ed-39462e48bd92" providerId="ADAL" clId="{83A706B2-AA95-4CDC-834C-F4D908C80230}" dt="2025-02-09T23:38:32.744" v="355" actId="1076"/>
          <ac:spMkLst>
            <pc:docMk/>
            <pc:sldMk cId="2815679427" sldId="294"/>
            <ac:spMk id="11" creationId="{EFED69C0-44A5-9995-03AC-A48118DEE677}"/>
          </ac:spMkLst>
        </pc:spChg>
        <pc:spChg chg="mod">
          <ac:chgData name="Christian Camilo Cano Vasquez" userId="8c73a2a4-758b-4e34-81ed-39462e48bd92" providerId="ADAL" clId="{83A706B2-AA95-4CDC-834C-F4D908C80230}" dt="2025-02-09T23:38:57.830" v="367" actId="20577"/>
          <ac:spMkLst>
            <pc:docMk/>
            <pc:sldMk cId="2815679427" sldId="294"/>
            <ac:spMk id="16" creationId="{2B8D44BF-A3B5-6BED-C39C-FA8260E83536}"/>
          </ac:spMkLst>
        </pc:spChg>
        <pc:picChg chg="add mod">
          <ac:chgData name="Christian Camilo Cano Vasquez" userId="8c73a2a4-758b-4e34-81ed-39462e48bd92" providerId="ADAL" clId="{83A706B2-AA95-4CDC-834C-F4D908C80230}" dt="2025-02-09T23:38:32.744" v="355" actId="1076"/>
          <ac:picMkLst>
            <pc:docMk/>
            <pc:sldMk cId="2815679427" sldId="294"/>
            <ac:picMk id="10" creationId="{EA7B2FC2-D98A-62A1-228C-2882147646FE}"/>
          </ac:picMkLst>
        </pc:picChg>
      </pc:sldChg>
      <pc:sldChg chg="addSp delSp modSp new mod">
        <pc:chgData name="Christian Camilo Cano Vasquez" userId="8c73a2a4-758b-4e34-81ed-39462e48bd92" providerId="ADAL" clId="{83A706B2-AA95-4CDC-834C-F4D908C80230}" dt="2025-02-09T23:17:54.551" v="115" actId="403"/>
        <pc:sldMkLst>
          <pc:docMk/>
          <pc:sldMk cId="1640019522" sldId="295"/>
        </pc:sldMkLst>
        <pc:spChg chg="del">
          <ac:chgData name="Christian Camilo Cano Vasquez" userId="8c73a2a4-758b-4e34-81ed-39462e48bd92" providerId="ADAL" clId="{83A706B2-AA95-4CDC-834C-F4D908C80230}" dt="2025-02-09T23:17:37.829" v="108" actId="478"/>
          <ac:spMkLst>
            <pc:docMk/>
            <pc:sldMk cId="1640019522" sldId="295"/>
            <ac:spMk id="2" creationId="{5D66A4B3-0EC3-435E-57A3-EB664561ABDB}"/>
          </ac:spMkLst>
        </pc:spChg>
        <pc:spChg chg="del">
          <ac:chgData name="Christian Camilo Cano Vasquez" userId="8c73a2a4-758b-4e34-81ed-39462e48bd92" providerId="ADAL" clId="{83A706B2-AA95-4CDC-834C-F4D908C80230}" dt="2025-02-09T23:17:45.590" v="109"/>
          <ac:spMkLst>
            <pc:docMk/>
            <pc:sldMk cId="1640019522" sldId="295"/>
            <ac:spMk id="3" creationId="{A7B12427-6892-E9F1-A7EF-25CEDC14529C}"/>
          </ac:spMkLst>
        </pc:spChg>
        <pc:spChg chg="add mod">
          <ac:chgData name="Christian Camilo Cano Vasquez" userId="8c73a2a4-758b-4e34-81ed-39462e48bd92" providerId="ADAL" clId="{83A706B2-AA95-4CDC-834C-F4D908C80230}" dt="2025-02-09T23:17:54.551" v="115" actId="403"/>
          <ac:spMkLst>
            <pc:docMk/>
            <pc:sldMk cId="1640019522" sldId="295"/>
            <ac:spMk id="6" creationId="{AF6692CA-D0D0-2BAF-E673-933E02AE2BB8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18:46.605" v="158" actId="20577"/>
        <pc:sldMkLst>
          <pc:docMk/>
          <pc:sldMk cId="3873318961" sldId="296"/>
        </pc:sldMkLst>
        <pc:spChg chg="mod">
          <ac:chgData name="Christian Camilo Cano Vasquez" userId="8c73a2a4-758b-4e34-81ed-39462e48bd92" providerId="ADAL" clId="{83A706B2-AA95-4CDC-834C-F4D908C80230}" dt="2025-02-09T23:18:46.605" v="158" actId="20577"/>
          <ac:spMkLst>
            <pc:docMk/>
            <pc:sldMk cId="3873318961" sldId="296"/>
            <ac:spMk id="6" creationId="{8111062F-F9A0-241E-6CCB-6E8BE4D8C60A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11:46:25.185" v="655" actId="20577"/>
        <pc:sldMkLst>
          <pc:docMk/>
          <pc:sldMk cId="3454032079" sldId="297"/>
        </pc:sldMkLst>
        <pc:spChg chg="mod">
          <ac:chgData name="Christian Camilo Cano Vasquez" userId="8c73a2a4-758b-4e34-81ed-39462e48bd92" providerId="ADAL" clId="{83A706B2-AA95-4CDC-834C-F4D908C80230}" dt="2025-02-09T23:26:45.534" v="237" actId="20577"/>
          <ac:spMkLst>
            <pc:docMk/>
            <pc:sldMk cId="3454032079" sldId="297"/>
            <ac:spMk id="2" creationId="{181326FD-308E-2C47-D5D2-57B3357241AA}"/>
          </ac:spMkLst>
        </pc:spChg>
        <pc:spChg chg="mod">
          <ac:chgData name="Christian Camilo Cano Vasquez" userId="8c73a2a4-758b-4e34-81ed-39462e48bd92" providerId="ADAL" clId="{83A706B2-AA95-4CDC-834C-F4D908C80230}" dt="2025-02-09T23:26:13.591" v="226" actId="20577"/>
          <ac:spMkLst>
            <pc:docMk/>
            <pc:sldMk cId="3454032079" sldId="297"/>
            <ac:spMk id="8" creationId="{B08C2240-8810-4E0A-7DCF-E62A8271EA2E}"/>
          </ac:spMkLst>
        </pc:spChg>
        <pc:spChg chg="mod">
          <ac:chgData name="Christian Camilo Cano Vasquez" userId="8c73a2a4-758b-4e34-81ed-39462e48bd92" providerId="ADAL" clId="{83A706B2-AA95-4CDC-834C-F4D908C80230}" dt="2025-02-09T23:26:17.294" v="229" actId="20577"/>
          <ac:spMkLst>
            <pc:docMk/>
            <pc:sldMk cId="3454032079" sldId="297"/>
            <ac:spMk id="9" creationId="{BBDDC809-0F06-CBE2-4D1A-3A2FA36C33A8}"/>
          </ac:spMkLst>
        </pc:spChg>
        <pc:spChg chg="mod">
          <ac:chgData name="Christian Camilo Cano Vasquez" userId="8c73a2a4-758b-4e34-81ed-39462e48bd92" providerId="ADAL" clId="{83A706B2-AA95-4CDC-834C-F4D908C80230}" dt="2025-02-10T11:46:25.185" v="655" actId="20577"/>
          <ac:spMkLst>
            <pc:docMk/>
            <pc:sldMk cId="3454032079" sldId="297"/>
            <ac:spMk id="16" creationId="{5AC39480-E3E5-69B1-401F-A50C45531EF2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36:30.584" v="342" actId="20577"/>
        <pc:sldMkLst>
          <pc:docMk/>
          <pc:sldMk cId="2103719889" sldId="298"/>
        </pc:sldMkLst>
        <pc:spChg chg="mod">
          <ac:chgData name="Christian Camilo Cano Vasquez" userId="8c73a2a4-758b-4e34-81ed-39462e48bd92" providerId="ADAL" clId="{83A706B2-AA95-4CDC-834C-F4D908C80230}" dt="2025-02-09T23:36:30.584" v="342" actId="20577"/>
          <ac:spMkLst>
            <pc:docMk/>
            <pc:sldMk cId="2103719889" sldId="298"/>
            <ac:spMk id="2" creationId="{8D88CB07-C5F5-9BB7-9F41-E171F0F0E2B9}"/>
          </ac:spMkLst>
        </pc:spChg>
        <pc:spChg chg="mod">
          <ac:chgData name="Christian Camilo Cano Vasquez" userId="8c73a2a4-758b-4e34-81ed-39462e48bd92" providerId="ADAL" clId="{83A706B2-AA95-4CDC-834C-F4D908C80230}" dt="2025-02-09T23:35:30.421" v="324" actId="20577"/>
          <ac:spMkLst>
            <pc:docMk/>
            <pc:sldMk cId="2103719889" sldId="298"/>
            <ac:spMk id="9" creationId="{2BDFECD2-156D-6697-CFBF-8CD783F9B986}"/>
          </ac:spMkLst>
        </pc:spChg>
        <pc:spChg chg="mod">
          <ac:chgData name="Christian Camilo Cano Vasquez" userId="8c73a2a4-758b-4e34-81ed-39462e48bd92" providerId="ADAL" clId="{83A706B2-AA95-4CDC-834C-F4D908C80230}" dt="2025-02-09T23:35:34.437" v="331" actId="20577"/>
          <ac:spMkLst>
            <pc:docMk/>
            <pc:sldMk cId="2103719889" sldId="298"/>
            <ac:spMk id="10" creationId="{3BFC64CA-DE35-A528-CF09-36A26DB3DEE4}"/>
          </ac:spMkLst>
        </pc:spChg>
        <pc:spChg chg="mod">
          <ac:chgData name="Christian Camilo Cano Vasquez" userId="8c73a2a4-758b-4e34-81ed-39462e48bd92" providerId="ADAL" clId="{83A706B2-AA95-4CDC-834C-F4D908C80230}" dt="2025-02-09T23:35:16.010" v="319" actId="20577"/>
          <ac:spMkLst>
            <pc:docMk/>
            <pc:sldMk cId="2103719889" sldId="298"/>
            <ac:spMk id="16" creationId="{53FFBD12-4EFF-41C1-4765-2AD268B2BD94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3:30.035" v="490" actId="20577"/>
        <pc:sldMkLst>
          <pc:docMk/>
          <pc:sldMk cId="2685215753" sldId="299"/>
        </pc:sldMkLst>
        <pc:spChg chg="mod">
          <ac:chgData name="Christian Camilo Cano Vasquez" userId="8c73a2a4-758b-4e34-81ed-39462e48bd92" providerId="ADAL" clId="{83A706B2-AA95-4CDC-834C-F4D908C80230}" dt="2025-02-09T23:43:30.035" v="490" actId="20577"/>
          <ac:spMkLst>
            <pc:docMk/>
            <pc:sldMk cId="2685215753" sldId="299"/>
            <ac:spMk id="2" creationId="{43D7D9E5-DAC3-2BB8-7377-826863CBAD4E}"/>
          </ac:spMkLst>
        </pc:spChg>
        <pc:spChg chg="mod">
          <ac:chgData name="Christian Camilo Cano Vasquez" userId="8c73a2a4-758b-4e34-81ed-39462e48bd92" providerId="ADAL" clId="{83A706B2-AA95-4CDC-834C-F4D908C80230}" dt="2025-02-09T23:43:03.787" v="468" actId="1076"/>
          <ac:spMkLst>
            <pc:docMk/>
            <pc:sldMk cId="2685215753" sldId="299"/>
            <ac:spMk id="8" creationId="{643565A9-7DB6-D6EE-152F-2852C8BA7986}"/>
          </ac:spMkLst>
        </pc:spChg>
        <pc:spChg chg="mod">
          <ac:chgData name="Christian Camilo Cano Vasquez" userId="8c73a2a4-758b-4e34-81ed-39462e48bd92" providerId="ADAL" clId="{83A706B2-AA95-4CDC-834C-F4D908C80230}" dt="2025-02-09T23:43:18.188" v="482" actId="20577"/>
          <ac:spMkLst>
            <pc:docMk/>
            <pc:sldMk cId="2685215753" sldId="299"/>
            <ac:spMk id="16" creationId="{C096193E-AB86-E3CD-BDAC-0F9156C1A3F0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09T23:48:20.230" v="543" actId="20577"/>
        <pc:sldMkLst>
          <pc:docMk/>
          <pc:sldMk cId="1023731220" sldId="300"/>
        </pc:sldMkLst>
        <pc:spChg chg="mod">
          <ac:chgData name="Christian Camilo Cano Vasquez" userId="8c73a2a4-758b-4e34-81ed-39462e48bd92" providerId="ADAL" clId="{83A706B2-AA95-4CDC-834C-F4D908C80230}" dt="2025-02-09T23:45:57.548" v="541" actId="20577"/>
          <ac:spMkLst>
            <pc:docMk/>
            <pc:sldMk cId="1023731220" sldId="300"/>
            <ac:spMk id="8" creationId="{B0CFB20A-64F3-A296-71E8-F4FA17D35314}"/>
          </ac:spMkLst>
        </pc:spChg>
        <pc:spChg chg="mod">
          <ac:chgData name="Christian Camilo Cano Vasquez" userId="8c73a2a4-758b-4e34-81ed-39462e48bd92" providerId="ADAL" clId="{83A706B2-AA95-4CDC-834C-F4D908C80230}" dt="2025-02-09T23:48:20.230" v="543" actId="20577"/>
          <ac:spMkLst>
            <pc:docMk/>
            <pc:sldMk cId="1023731220" sldId="300"/>
            <ac:spMk id="16" creationId="{E1662E38-DE72-ADF3-A38E-08ED40DCC2AD}"/>
          </ac:spMkLst>
        </pc:spChg>
      </pc:sldChg>
      <pc:sldChg chg="modSp add mod">
        <pc:chgData name="Christian Camilo Cano Vasquez" userId="8c73a2a4-758b-4e34-81ed-39462e48bd92" providerId="ADAL" clId="{83A706B2-AA95-4CDC-834C-F4D908C80230}" dt="2025-02-10T08:28:14.084" v="652" actId="20577"/>
        <pc:sldMkLst>
          <pc:docMk/>
          <pc:sldMk cId="699864314" sldId="301"/>
        </pc:sldMkLst>
        <pc:spChg chg="mod">
          <ac:chgData name="Christian Camilo Cano Vasquez" userId="8c73a2a4-758b-4e34-81ed-39462e48bd92" providerId="ADAL" clId="{83A706B2-AA95-4CDC-834C-F4D908C80230}" dt="2025-02-09T23:49:32.025" v="650" actId="20577"/>
          <ac:spMkLst>
            <pc:docMk/>
            <pc:sldMk cId="699864314" sldId="301"/>
            <ac:spMk id="2" creationId="{42D73A2E-0E5A-8A39-6B70-F9E94D6DBB70}"/>
          </ac:spMkLst>
        </pc:spChg>
        <pc:spChg chg="mod">
          <ac:chgData name="Christian Camilo Cano Vasquez" userId="8c73a2a4-758b-4e34-81ed-39462e48bd92" providerId="ADAL" clId="{83A706B2-AA95-4CDC-834C-F4D908C80230}" dt="2025-02-10T08:28:14.084" v="652" actId="20577"/>
          <ac:spMkLst>
            <pc:docMk/>
            <pc:sldMk cId="699864314" sldId="301"/>
            <ac:spMk id="16" creationId="{1E256546-3103-104D-A87F-78AEBE5D595E}"/>
          </ac:spMkLst>
        </pc:spChg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>
            <a:extLst>
              <a:ext uri="{FF2B5EF4-FFF2-40B4-BE49-F238E27FC236}">
                <a16:creationId xmlns:a16="http://schemas.microsoft.com/office/drawing/2014/main" id="{ADD96E76-517F-B468-04D8-38EFA44947EB}"/>
              </a:ext>
            </a:extLst>
          </p:cNvPr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>
            <a:extLst>
              <a:ext uri="{FF2B5EF4-FFF2-40B4-BE49-F238E27FC236}">
                <a16:creationId xmlns:a16="http://schemas.microsoft.com/office/drawing/2014/main" id="{8678D0B9-782A-7C16-D731-EEB7F991FA76}"/>
              </a:ext>
            </a:extLst>
          </p:cNvPr>
          <p:cNvSpPr>
            <a:spLocks noGrp="1"/>
          </p:cNvSpPr>
          <p:nvPr>
            <p:ph type="dt" sz="quarter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438F8DC-35B0-48E6-A86E-42F1F08DD00F}" type="datetimeFigureOut">
              <a:rPr lang="es-ES" smtClean="0"/>
              <a:t>10/03/2026</a:t>
            </a:fld>
            <a:endParaRPr lang="es-ES"/>
          </a:p>
        </p:txBody>
      </p:sp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2F2E7B1C-60E2-8A48-EEE0-6715FC30A8B7}"/>
              </a:ext>
            </a:extLst>
          </p:cNvPr>
          <p:cNvSpPr>
            <a:spLocks noGrp="1"/>
          </p:cNvSpPr>
          <p:nvPr>
            <p:ph type="ftr" sz="quarter" idx="2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C428D795-4EA2-62F0-B78A-5F215C828C50}"/>
              </a:ext>
            </a:extLst>
          </p:cNvPr>
          <p:cNvSpPr>
            <a:spLocks noGrp="1"/>
          </p:cNvSpPr>
          <p:nvPr>
            <p:ph type="sldNum" sz="quarter" idx="3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4116A549-763A-4A89-A454-A94BAF51395E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40347774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encabezado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3" name="Marcador de fecha 2"/>
          <p:cNvSpPr>
            <a:spLocks noGrp="1"/>
          </p:cNvSpPr>
          <p:nvPr>
            <p:ph type="dt" idx="1"/>
          </p:nvPr>
        </p:nvSpPr>
        <p:spPr>
          <a:xfrm>
            <a:off x="6905625" y="0"/>
            <a:ext cx="5283200" cy="3444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FACBDC12-F39B-4B97-8F4D-6734F9D366FF}" type="datetimeFigureOut">
              <a:rPr lang="es-ES" smtClean="0"/>
              <a:t>10/03/2026</a:t>
            </a:fld>
            <a:endParaRPr lang="es-ES"/>
          </a:p>
        </p:txBody>
      </p:sp>
      <p:sp>
        <p:nvSpPr>
          <p:cNvPr id="4" name="Marcador de imagen de diapositiva 3"/>
          <p:cNvSpPr>
            <a:spLocks noGrp="1" noRot="1" noChangeAspect="1"/>
          </p:cNvSpPr>
          <p:nvPr>
            <p:ph type="sldImg" idx="2"/>
          </p:nvPr>
        </p:nvSpPr>
        <p:spPr>
          <a:xfrm>
            <a:off x="4038600" y="857250"/>
            <a:ext cx="4114800" cy="231457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s-ES"/>
          </a:p>
        </p:txBody>
      </p:sp>
      <p:sp>
        <p:nvSpPr>
          <p:cNvPr id="5" name="Marcador de notas 4"/>
          <p:cNvSpPr>
            <a:spLocks noGrp="1"/>
          </p:cNvSpPr>
          <p:nvPr>
            <p:ph type="body" sz="quarter" idx="3"/>
          </p:nvPr>
        </p:nvSpPr>
        <p:spPr>
          <a:xfrm>
            <a:off x="1219200" y="3300413"/>
            <a:ext cx="9753600" cy="2700337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s-ES"/>
              <a:t>Haga clic para modificar los estilos de texto del patrón</a:t>
            </a:r>
          </a:p>
          <a:p>
            <a:pPr lvl="1"/>
            <a:r>
              <a:rPr lang="es-ES"/>
              <a:t>Segundo nivel</a:t>
            </a:r>
          </a:p>
          <a:p>
            <a:pPr lvl="2"/>
            <a:r>
              <a:rPr lang="es-ES"/>
              <a:t>Tercer nivel</a:t>
            </a:r>
          </a:p>
          <a:p>
            <a:pPr lvl="3"/>
            <a:r>
              <a:rPr lang="es-ES"/>
              <a:t>Cuarto nivel</a:t>
            </a:r>
          </a:p>
          <a:p>
            <a:pPr lvl="4"/>
            <a:r>
              <a:rPr lang="es-ES"/>
              <a:t>Quinto nivel</a:t>
            </a:r>
          </a:p>
        </p:txBody>
      </p:sp>
      <p:sp>
        <p:nvSpPr>
          <p:cNvPr id="6" name="Marcador de pie de página 5"/>
          <p:cNvSpPr>
            <a:spLocks noGrp="1"/>
          </p:cNvSpPr>
          <p:nvPr>
            <p:ph type="ftr" sz="quarter" idx="4"/>
          </p:nvPr>
        </p:nvSpPr>
        <p:spPr>
          <a:xfrm>
            <a:off x="0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s-ES"/>
          </a:p>
        </p:txBody>
      </p:sp>
      <p:sp>
        <p:nvSpPr>
          <p:cNvPr id="7" name="Marcador de número de diapositiva 6"/>
          <p:cNvSpPr>
            <a:spLocks noGrp="1"/>
          </p:cNvSpPr>
          <p:nvPr>
            <p:ph type="sldNum" sz="quarter" idx="5"/>
          </p:nvPr>
        </p:nvSpPr>
        <p:spPr>
          <a:xfrm>
            <a:off x="6905625" y="6513513"/>
            <a:ext cx="5283200" cy="3444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76223B9-C868-4436-87D9-1A3152E1157A}" type="slidenum">
              <a:rPr lang="es-ES" smtClean="0"/>
              <a:t>‹Nº›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421117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16079046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589867912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4178966083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3C5711-C157-AA5E-1EA1-9F4C3F40B9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FA117F6-F66D-FFD4-422F-EBD94B31F3F1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2B512FE-9F6C-4ABD-23FA-CA518B458D1F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9624E7A5-CBFC-658B-8E88-8AF8084D5BC4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8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832961436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AF12144-FCBE-6A8A-A0AE-4B9D57DA8E1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D8B7E8D5-CF3D-FB31-A479-FE9B4678B44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E98ECD-779C-B147-FA65-387301E8BDD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4D029A2-BBAC-779C-5358-BB9C7A2A122B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10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3664519849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946B1C6-3682-4180-87C4-06A6C4E8012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AAE3208-A690-FD1F-E94C-D310F334A7E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08F7B85C-6C72-3DDD-289B-E766AA64E93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B91AFB1E-8F28-1193-6909-CAB4A27B11F0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11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835170996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90BA22-DBA9-14F1-E21B-ACB4C6B7F32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7316E6B2-214F-F40F-258D-FF87081027D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1DB75D3B-42C9-35E9-99BA-0268BA71467A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1A531B01-1E40-9F79-3CC8-FA6E8156BA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12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71495306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F918B0B-1527-F1CE-B7C6-3A4EEEE44FB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BD26890C-BFDE-EB57-C86A-5199A0D9621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EEF1C62-7FB2-EC14-4109-CC2B3204CEBD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388CFB6A-4B50-8F81-53B5-44C94D279BC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13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15560842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C9112F-7FB7-4F49-F4F6-C1D0DC6ADBE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5190F532-536D-B583-3561-FD0C56234D4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CC233B1A-142E-BC7B-FE19-6D22CE4082B2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685087E6-8FC6-B2E3-2D74-B3C5168F5568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14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581859005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15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942232946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993BBE-3704-D894-1C10-5488EE611F0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19BB04E2-F70F-42F7-9964-3D274C49FB9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F6664AEC-7D1D-9DDC-3B94-3AE8450C7E5E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E8F62EEB-2D30-2026-D252-4267AF68825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16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2905953062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3E3BE0A-4FED-FF2A-A29F-A3D3BA9386A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Marcador de imagen de diapositiva 1">
            <a:extLst>
              <a:ext uri="{FF2B5EF4-FFF2-40B4-BE49-F238E27FC236}">
                <a16:creationId xmlns:a16="http://schemas.microsoft.com/office/drawing/2014/main" id="{F78D4508-C900-33E0-69A9-12D9A5EC8BE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Marcador de notas 2">
            <a:extLst>
              <a:ext uri="{FF2B5EF4-FFF2-40B4-BE49-F238E27FC236}">
                <a16:creationId xmlns:a16="http://schemas.microsoft.com/office/drawing/2014/main" id="{23678FD2-F52A-F464-A6DC-9AE4044DCA6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s-ES" dirty="0"/>
          </a:p>
        </p:txBody>
      </p:sp>
      <p:sp>
        <p:nvSpPr>
          <p:cNvPr id="4" name="Marcador de número de diapositiva 3">
            <a:extLst>
              <a:ext uri="{FF2B5EF4-FFF2-40B4-BE49-F238E27FC236}">
                <a16:creationId xmlns:a16="http://schemas.microsoft.com/office/drawing/2014/main" id="{A6FF2B29-AFFB-903E-D5AD-4E4E99BA5701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76223B9-C868-4436-87D9-1A3152E1157A}" type="slidenum">
              <a:rPr lang="es-ES" smtClean="0"/>
              <a:t>17</a:t>
            </a:fld>
            <a:endParaRPr lang="es-ES"/>
          </a:p>
        </p:txBody>
      </p:sp>
    </p:spTree>
    <p:extLst>
      <p:ext uri="{BB962C8B-B14F-4D97-AF65-F5344CB8AC3E}">
        <p14:creationId xmlns:p14="http://schemas.microsoft.com/office/powerpoint/2010/main" val="108329863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2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5.png"/><Relationship Id="rId1" Type="http://schemas.openxmlformats.org/officeDocument/2006/relationships/slideMaster" Target="../slideMasters/slideMaster1.xml"/><Relationship Id="rId4" Type="http://schemas.openxmlformats.org/officeDocument/2006/relationships/image" Target="../media/image4.sv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ctrTitle"/>
          </p:nvPr>
        </p:nvSpPr>
        <p:spPr>
          <a:xfrm>
            <a:off x="914400" y="2125980"/>
            <a:ext cx="10363200" cy="14401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subTitle" idx="4"/>
          </p:nvPr>
        </p:nvSpPr>
        <p:spPr>
          <a:xfrm>
            <a:off x="1828800" y="3840480"/>
            <a:ext cx="8534400" cy="17145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590550" y="206752"/>
            <a:ext cx="10991850" cy="307777"/>
          </a:xfrm>
        </p:spPr>
        <p:txBody>
          <a:bodyPr lIns="0" tIns="0" rIns="0" bIns="0"/>
          <a:lstStyle>
            <a:lvl1pPr>
              <a:defRPr sz="2000" b="1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 dirty="0"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2152910"/>
            <a:ext cx="10972800" cy="3950710"/>
          </a:xfrm>
        </p:spPr>
        <p:txBody>
          <a:bodyPr lIns="0" tIns="0" rIns="0" bIns="0"/>
          <a:lstStyle>
            <a:lvl1pPr>
              <a:defRPr/>
            </a:lvl1pPr>
          </a:lstStyle>
          <a:p>
            <a:endParaRPr dirty="0"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609600" y="6457057"/>
            <a:ext cx="2743200" cy="184666"/>
          </a:xfrm>
        </p:spPr>
        <p:txBody>
          <a:bodyPr lIns="0" tIns="0" rIns="0" bIns="0" anchor="ctr"/>
          <a:lstStyle>
            <a:lvl1pPr>
              <a:defRPr sz="12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sz="half" idx="2"/>
          </p:nvPr>
        </p:nvSpPr>
        <p:spPr>
          <a:xfrm>
            <a:off x="60960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sz="half" idx="3"/>
          </p:nvPr>
        </p:nvSpPr>
        <p:spPr>
          <a:xfrm>
            <a:off x="6278880" y="1577340"/>
            <a:ext cx="530352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5" name="Holder 5"/>
          <p:cNvSpPr>
            <a:spLocks noGrp="1"/>
          </p:cNvSpPr>
          <p:nvPr>
            <p:ph type="ftr" sz="quarter" idx="5"/>
          </p:nvPr>
        </p:nvSpPr>
        <p:spPr/>
        <p:txBody>
          <a:bodyPr lIns="0" tIns="0" rIns="0" bIns="0"/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6" name="Holder 6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Holder 7"/>
          <p:cNvSpPr>
            <a:spLocks noGrp="1"/>
          </p:cNvSpPr>
          <p:nvPr>
            <p:ph type="sldNum" sz="quarter" idx="7"/>
          </p:nvPr>
        </p:nvSpPr>
        <p:spPr/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Title Only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0" y="2636520"/>
            <a:ext cx="3944620" cy="1584960"/>
          </a:xfrm>
          <a:custGeom>
            <a:avLst/>
            <a:gdLst/>
            <a:ahLst/>
            <a:cxnLst/>
            <a:rect l="l" t="t" r="r" b="b"/>
            <a:pathLst>
              <a:path w="3944620" h="1584960">
                <a:moveTo>
                  <a:pt x="0" y="1584959"/>
                </a:moveTo>
                <a:lnTo>
                  <a:pt x="3944112" y="1584959"/>
                </a:lnTo>
                <a:lnTo>
                  <a:pt x="3944112" y="0"/>
                </a:lnTo>
                <a:lnTo>
                  <a:pt x="0" y="0"/>
                </a:lnTo>
                <a:lnTo>
                  <a:pt x="0" y="1584959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7" name="bk object 17"/>
          <p:cNvSpPr/>
          <p:nvPr/>
        </p:nvSpPr>
        <p:spPr>
          <a:xfrm>
            <a:off x="771144" y="2951988"/>
            <a:ext cx="2403348" cy="954024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/>
        <p:txBody>
          <a:bodyPr lIns="0" tIns="0" rIns="0" bIns="0"/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Holder 5"/>
          <p:cNvSpPr>
            <a:spLocks noGrp="1"/>
          </p:cNvSpPr>
          <p:nvPr>
            <p:ph type="sldNum" sz="quarter" idx="7"/>
          </p:nvPr>
        </p:nvSpPr>
        <p:spPr>
          <a:xfrm>
            <a:off x="92964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6" name="Gráfico 5">
            <a:extLst>
              <a:ext uri="{FF2B5EF4-FFF2-40B4-BE49-F238E27FC236}">
                <a16:creationId xmlns:a16="http://schemas.microsoft.com/office/drawing/2014/main" id="{F5CB4B75-CC85-5F87-B13B-97FD63FFBC56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2891213" y="6357666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type="obj" preserve="1">
  <p:cSld name="Blank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594327" y="4722313"/>
            <a:ext cx="1521016" cy="1253853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dt" sz="half" idx="6"/>
          </p:nvPr>
        </p:nvSpPr>
        <p:spPr/>
        <p:txBody>
          <a:bodyPr lIns="0" tIns="0" rIns="0" bIns="0"/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Holder 4"/>
          <p:cNvSpPr>
            <a:spLocks noGrp="1"/>
          </p:cNvSpPr>
          <p:nvPr>
            <p:ph type="sldNum" sz="quarter" idx="7"/>
          </p:nvPr>
        </p:nvSpPr>
        <p:spPr>
          <a:xfrm>
            <a:off x="9372600" y="6377940"/>
            <a:ext cx="2804160" cy="342900"/>
          </a:xfrm>
        </p:spPr>
        <p:txBody>
          <a:bodyPr lIns="0" tIns="0" rIns="0" bIns="0"/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  <p:pic>
        <p:nvPicPr>
          <p:cNvPr id="5" name="Gráfico 4">
            <a:extLst>
              <a:ext uri="{FF2B5EF4-FFF2-40B4-BE49-F238E27FC236}">
                <a16:creationId xmlns:a16="http://schemas.microsoft.com/office/drawing/2014/main" id="{9F3DE434-B07E-429D-5547-0D42DA9B05A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image" Target="../media/image1.png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theme" Target="../theme/theme1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bk object 16"/>
          <p:cNvSpPr/>
          <p:nvPr/>
        </p:nvSpPr>
        <p:spPr>
          <a:xfrm>
            <a:off x="891539" y="5283707"/>
            <a:ext cx="2624328" cy="1574289"/>
          </a:xfrm>
          <a:prstGeom prst="rect">
            <a:avLst/>
          </a:prstGeom>
          <a:blipFill>
            <a:blip r:embed="rId7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2" name="Holder 2"/>
          <p:cNvSpPr>
            <a:spLocks noGrp="1"/>
          </p:cNvSpPr>
          <p:nvPr>
            <p:ph type="title"/>
          </p:nvPr>
        </p:nvSpPr>
        <p:spPr>
          <a:xfrm>
            <a:off x="3986910" y="1699005"/>
            <a:ext cx="2599054" cy="269239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1600" b="0" i="0">
                <a:solidFill>
                  <a:schemeClr val="tx1"/>
                </a:solidFill>
                <a:latin typeface="Calibri"/>
                <a:cs typeface="Calibri"/>
              </a:defRPr>
            </a:lvl1pPr>
          </a:lstStyle>
          <a:p>
            <a:endParaRPr/>
          </a:p>
        </p:txBody>
      </p:sp>
      <p:sp>
        <p:nvSpPr>
          <p:cNvPr id="3" name="Holder 3"/>
          <p:cNvSpPr>
            <a:spLocks noGrp="1"/>
          </p:cNvSpPr>
          <p:nvPr>
            <p:ph type="body" idx="1"/>
          </p:nvPr>
        </p:nvSpPr>
        <p:spPr>
          <a:xfrm>
            <a:off x="609600" y="1577340"/>
            <a:ext cx="10972800" cy="452628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/>
            </a:lvl1pPr>
          </a:lstStyle>
          <a:p>
            <a:endParaRPr/>
          </a:p>
        </p:txBody>
      </p:sp>
      <p:sp>
        <p:nvSpPr>
          <p:cNvPr id="4" name="Holder 4"/>
          <p:cNvSpPr>
            <a:spLocks noGrp="1"/>
          </p:cNvSpPr>
          <p:nvPr>
            <p:ph type="ftr" sz="quarter" idx="5"/>
          </p:nvPr>
        </p:nvSpPr>
        <p:spPr>
          <a:xfrm>
            <a:off x="5695950" y="6465068"/>
            <a:ext cx="1210945" cy="15367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>
              <a:defRPr sz="900" b="0" i="0">
                <a:solidFill>
                  <a:srgbClr val="585858"/>
                </a:solidFill>
                <a:latin typeface="Arial"/>
                <a:cs typeface="Arial"/>
              </a:defRPr>
            </a:lvl1pPr>
          </a:lstStyle>
          <a:p>
            <a:pPr marL="12700">
              <a:lnSpc>
                <a:spcPct val="100000"/>
              </a:lnSpc>
              <a:spcBef>
                <a:spcPts val="15"/>
              </a:spcBef>
            </a:pPr>
            <a:r>
              <a:rPr lang="es-ES" spc="-5"/>
              <a:t>LAB 2.0. COUPLERS</a:t>
            </a:r>
            <a:endParaRPr spc="-5" dirty="0"/>
          </a:p>
        </p:txBody>
      </p:sp>
      <p:sp>
        <p:nvSpPr>
          <p:cNvPr id="5" name="Holder 5"/>
          <p:cNvSpPr>
            <a:spLocks noGrp="1"/>
          </p:cNvSpPr>
          <p:nvPr>
            <p:ph type="dt" sz="half" idx="6"/>
          </p:nvPr>
        </p:nvSpPr>
        <p:spPr>
          <a:xfrm>
            <a:off x="60960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l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Holder 6"/>
          <p:cNvSpPr>
            <a:spLocks noGrp="1"/>
          </p:cNvSpPr>
          <p:nvPr>
            <p:ph type="sldNum" sz="quarter" idx="7"/>
          </p:nvPr>
        </p:nvSpPr>
        <p:spPr>
          <a:xfrm>
            <a:off x="9311640" y="6377940"/>
            <a:ext cx="2804160" cy="342900"/>
          </a:xfrm>
          <a:prstGeom prst="rect">
            <a:avLst/>
          </a:prstGeom>
        </p:spPr>
        <p:txBody>
          <a:bodyPr wrap="square" lIns="0" tIns="0" rIns="0" bIns="0">
            <a:spAutoFit/>
          </a:bodyPr>
          <a:lstStyle>
            <a:lvl1pPr algn="r">
              <a:defRPr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t>‹Nº›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</p:sldLayoutIdLst>
  <p:hf hdr="0" dt="0"/>
  <p:txStyles>
    <p:titleStyle>
      <a:lvl1pPr>
        <a:defRPr>
          <a:latin typeface="+mj-lt"/>
          <a:ea typeface="+mj-ea"/>
          <a:cs typeface="+mj-cs"/>
        </a:defRPr>
      </a:lvl1pPr>
    </p:titleStyle>
    <p:body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bodyStyle>
    <p:otherStyle>
      <a:lvl1pPr marL="0">
        <a:defRPr>
          <a:latin typeface="+mn-lt"/>
          <a:ea typeface="+mn-ea"/>
          <a:cs typeface="+mn-cs"/>
        </a:defRPr>
      </a:lvl1pPr>
      <a:lvl2pPr marL="457200">
        <a:defRPr>
          <a:latin typeface="+mn-lt"/>
          <a:ea typeface="+mn-ea"/>
          <a:cs typeface="+mn-cs"/>
        </a:defRPr>
      </a:lvl2pPr>
      <a:lvl3pPr marL="914400">
        <a:defRPr>
          <a:latin typeface="+mn-lt"/>
          <a:ea typeface="+mn-ea"/>
          <a:cs typeface="+mn-cs"/>
        </a:defRPr>
      </a:lvl3pPr>
      <a:lvl4pPr marL="1371600">
        <a:defRPr>
          <a:latin typeface="+mn-lt"/>
          <a:ea typeface="+mn-ea"/>
          <a:cs typeface="+mn-cs"/>
        </a:defRPr>
      </a:lvl4pPr>
      <a:lvl5pPr marL="1828800">
        <a:defRPr>
          <a:latin typeface="+mn-lt"/>
          <a:ea typeface="+mn-ea"/>
          <a:cs typeface="+mn-cs"/>
        </a:defRPr>
      </a:lvl5pPr>
      <a:lvl6pPr marL="2286000">
        <a:defRPr>
          <a:latin typeface="+mn-lt"/>
          <a:ea typeface="+mn-ea"/>
          <a:cs typeface="+mn-cs"/>
        </a:defRPr>
      </a:lvl6pPr>
      <a:lvl7pPr marL="2743200">
        <a:defRPr>
          <a:latin typeface="+mn-lt"/>
          <a:ea typeface="+mn-ea"/>
          <a:cs typeface="+mn-cs"/>
        </a:defRPr>
      </a:lvl7pPr>
      <a:lvl8pPr marL="3200400">
        <a:defRPr>
          <a:latin typeface="+mn-lt"/>
          <a:ea typeface="+mn-ea"/>
          <a:cs typeface="+mn-cs"/>
        </a:defRPr>
      </a:lvl8pPr>
      <a:lvl9pPr marL="3657600">
        <a:defRPr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sv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8.png"/><Relationship Id="rId5" Type="http://schemas.openxmlformats.org/officeDocument/2006/relationships/image" Target="../media/image7.png"/><Relationship Id="rId4" Type="http://schemas.openxmlformats.org/officeDocument/2006/relationships/image" Target="../media/image4.sv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0.png"/><Relationship Id="rId5" Type="http://schemas.openxmlformats.org/officeDocument/2006/relationships/image" Target="../media/image9.png"/><Relationship Id="rId4" Type="http://schemas.openxmlformats.org/officeDocument/2006/relationships/image" Target="../media/image4.sv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1.png"/><Relationship Id="rId4" Type="http://schemas.openxmlformats.org/officeDocument/2006/relationships/image" Target="../media/image4.sv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3.png"/><Relationship Id="rId5" Type="http://schemas.openxmlformats.org/officeDocument/2006/relationships/image" Target="../media/image12.png"/><Relationship Id="rId4" Type="http://schemas.openxmlformats.org/officeDocument/2006/relationships/image" Target="../media/image4.sv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14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0.png"/><Relationship Id="rId5" Type="http://schemas.openxmlformats.org/officeDocument/2006/relationships/image" Target="../media/image110.png"/><Relationship Id="rId4" Type="http://schemas.openxmlformats.org/officeDocument/2006/relationships/image" Target="../media/image4.svg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5.png"/><Relationship Id="rId4" Type="http://schemas.openxmlformats.org/officeDocument/2006/relationships/image" Target="../media/image4.sv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6.png"/><Relationship Id="rId4" Type="http://schemas.openxmlformats.org/officeDocument/2006/relationships/image" Target="../media/image4.sv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17.png"/><Relationship Id="rId4" Type="http://schemas.openxmlformats.org/officeDocument/2006/relationships/image" Target="../media/image4.sv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7" Type="http://schemas.openxmlformats.org/officeDocument/2006/relationships/image" Target="../media/image2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9.png"/><Relationship Id="rId5" Type="http://schemas.openxmlformats.org/officeDocument/2006/relationships/image" Target="../media/image18.png"/><Relationship Id="rId4" Type="http://schemas.openxmlformats.org/officeDocument/2006/relationships/image" Target="../media/image4.sv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4.sv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4.png"/><Relationship Id="rId5" Type="http://schemas.openxmlformats.org/officeDocument/2006/relationships/image" Target="../media/image23.png"/><Relationship Id="rId4" Type="http://schemas.openxmlformats.org/officeDocument/2006/relationships/image" Target="../media/image4.sv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6.png"/><Relationship Id="rId5" Type="http://schemas.openxmlformats.org/officeDocument/2006/relationships/image" Target="../media/image25.png"/><Relationship Id="rId4" Type="http://schemas.openxmlformats.org/officeDocument/2006/relationships/image" Target="../media/image4.sv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28.png"/><Relationship Id="rId5" Type="http://schemas.openxmlformats.org/officeDocument/2006/relationships/image" Target="../media/image27.png"/><Relationship Id="rId4" Type="http://schemas.openxmlformats.org/officeDocument/2006/relationships/image" Target="../media/image4.svg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9.png"/><Relationship Id="rId1" Type="http://schemas.openxmlformats.org/officeDocument/2006/relationships/slideLayout" Target="../slideLayouts/slideLayout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 txBox="1"/>
          <p:nvPr/>
        </p:nvSpPr>
        <p:spPr>
          <a:xfrm>
            <a:off x="2749676" y="4919853"/>
            <a:ext cx="6106795" cy="513715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3200" b="1" dirty="0" err="1">
                <a:latin typeface="Lucida Sans"/>
                <a:cs typeface="Lucida Sans"/>
              </a:rPr>
              <a:t>Lab</a:t>
            </a:r>
            <a:r>
              <a:rPr lang="es-ES" sz="3200" b="1" dirty="0">
                <a:latin typeface="Lucida Sans"/>
                <a:cs typeface="Lucida Sans"/>
              </a:rPr>
              <a:t> Book 2.0. </a:t>
            </a:r>
            <a:r>
              <a:rPr lang="es-ES" sz="3200" b="1" dirty="0" err="1">
                <a:latin typeface="Lucida Sans"/>
                <a:cs typeface="Lucida Sans"/>
              </a:rPr>
              <a:t>Couplers</a:t>
            </a:r>
            <a:endParaRPr sz="3200" dirty="0">
              <a:latin typeface="Lucida Sans"/>
              <a:cs typeface="Lucida Sans"/>
            </a:endParaRPr>
          </a:p>
        </p:txBody>
      </p:sp>
      <p:sp>
        <p:nvSpPr>
          <p:cNvPr id="4" name="object 4"/>
          <p:cNvSpPr txBox="1"/>
          <p:nvPr/>
        </p:nvSpPr>
        <p:spPr>
          <a:xfrm>
            <a:off x="2749676" y="5610250"/>
            <a:ext cx="8223124" cy="28982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pc="165" dirty="0" err="1">
                <a:latin typeface="Arial"/>
                <a:cs typeface="Arial"/>
              </a:rPr>
              <a:t>Student</a:t>
            </a:r>
            <a:r>
              <a:rPr lang="es-ES" spc="165" dirty="0">
                <a:latin typeface="Arial"/>
                <a:cs typeface="Arial"/>
              </a:rPr>
              <a:t>: David Alcarria Pedro </a:t>
            </a:r>
            <a:endParaRPr sz="1800" dirty="0">
              <a:latin typeface="Arial"/>
              <a:cs typeface="Arial"/>
            </a:endParaRPr>
          </a:p>
        </p:txBody>
      </p:sp>
      <p:sp>
        <p:nvSpPr>
          <p:cNvPr id="5" name="object 5"/>
          <p:cNvSpPr/>
          <p:nvPr/>
        </p:nvSpPr>
        <p:spPr>
          <a:xfrm>
            <a:off x="0" y="0"/>
            <a:ext cx="12192000" cy="4189476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7" name="Marcador de número de diapositiva 6">
            <a:extLst>
              <a:ext uri="{FF2B5EF4-FFF2-40B4-BE49-F238E27FC236}">
                <a16:creationId xmlns:a16="http://schemas.microsoft.com/office/drawing/2014/main" id="{F6F66F51-9238-50FE-85C2-BAC3DA79D767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</a:t>
            </a:fld>
            <a:endParaRPr lang="es-E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848A4D4-C3C4-085B-A7AD-EA04D83F48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B7433F1-7A0E-D925-6140-7305139D053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6153785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s-ES" sz="2500" u="sng" spc="-5" dirty="0" err="1">
                <a:latin typeface="+mj-lt"/>
                <a:cs typeface="Lucida Sans"/>
              </a:rPr>
              <a:t>Instructions</a:t>
            </a:r>
            <a:br>
              <a:rPr lang="es-ES" sz="2400" spc="-5" dirty="0">
                <a:latin typeface="+mj-lt"/>
                <a:cs typeface="Lucida Sans"/>
              </a:rPr>
            </a:br>
            <a:r>
              <a:rPr lang="es-ES" b="0" spc="-5" dirty="0">
                <a:latin typeface="+mj-lt"/>
                <a:cs typeface="Lucida Sans"/>
              </a:rPr>
              <a:t>General</a:t>
            </a:r>
            <a:endParaRPr sz="24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E518E73B-CE22-A00C-9C86-634FB762EE69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1E163A6B-DFE4-C67D-5F3E-A56ACEF2EA4C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95FC84FF-30D3-FDAB-0A5A-0F07F8EE1161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4" name="Marcador de texto 2">
            <a:extLst>
              <a:ext uri="{FF2B5EF4-FFF2-40B4-BE49-F238E27FC236}">
                <a16:creationId xmlns:a16="http://schemas.microsoft.com/office/drawing/2014/main" id="{9F7BC140-B3D8-C3CB-55AD-9064C7CDE9CA}"/>
              </a:ext>
            </a:extLst>
          </p:cNvPr>
          <p:cNvSpPr txBox="1">
            <a:spLocks/>
          </p:cNvSpPr>
          <p:nvPr/>
        </p:nvSpPr>
        <p:spPr>
          <a:xfrm>
            <a:off x="608011" y="1163263"/>
            <a:ext cx="11048999" cy="4958137"/>
          </a:xfrm>
          <a:prstGeom prst="rect">
            <a:avLst/>
          </a:prstGeom>
        </p:spPr>
        <p:txBody>
          <a:bodyPr>
            <a:normAutofit/>
          </a:bodyPr>
          <a:lstStyle>
            <a:lvl1pPr marL="0">
              <a:defRPr>
                <a:latin typeface="+mn-lt"/>
                <a:ea typeface="+mn-ea"/>
                <a:cs typeface="+mn-cs"/>
              </a:defRPr>
            </a:lvl1pPr>
            <a:lvl2pPr marL="457200">
              <a:defRPr>
                <a:latin typeface="+mn-lt"/>
                <a:ea typeface="+mn-ea"/>
                <a:cs typeface="+mn-cs"/>
              </a:defRPr>
            </a:lvl2pPr>
            <a:lvl3pPr marL="914400">
              <a:defRPr>
                <a:latin typeface="+mn-lt"/>
                <a:ea typeface="+mn-ea"/>
                <a:cs typeface="+mn-cs"/>
              </a:defRPr>
            </a:lvl3pPr>
            <a:lvl4pPr marL="1371600">
              <a:defRPr>
                <a:latin typeface="+mn-lt"/>
                <a:ea typeface="+mn-ea"/>
                <a:cs typeface="+mn-cs"/>
              </a:defRPr>
            </a:lvl4pPr>
            <a:lvl5pPr marL="1828800">
              <a:defRPr>
                <a:latin typeface="+mn-lt"/>
                <a:ea typeface="+mn-ea"/>
                <a:cs typeface="+mn-cs"/>
              </a:defRPr>
            </a:lvl5pPr>
            <a:lvl6pPr marL="2286000">
              <a:defRPr>
                <a:latin typeface="+mn-lt"/>
                <a:ea typeface="+mn-ea"/>
                <a:cs typeface="+mn-cs"/>
              </a:defRPr>
            </a:lvl6pPr>
            <a:lvl7pPr marL="2743200">
              <a:defRPr>
                <a:latin typeface="+mn-lt"/>
                <a:ea typeface="+mn-ea"/>
                <a:cs typeface="+mn-cs"/>
              </a:defRPr>
            </a:lvl7pPr>
            <a:lvl8pPr marL="3200400">
              <a:defRPr>
                <a:latin typeface="+mn-lt"/>
                <a:ea typeface="+mn-ea"/>
                <a:cs typeface="+mn-cs"/>
              </a:defRPr>
            </a:lvl8pPr>
            <a:lvl9pPr marL="3657600">
              <a:defRPr>
                <a:latin typeface="+mn-lt"/>
                <a:ea typeface="+mn-ea"/>
                <a:cs typeface="+mn-cs"/>
              </a:defRPr>
            </a:lvl9pPr>
          </a:lstStyle>
          <a:p>
            <a:pPr algn="just"/>
            <a:r>
              <a:rPr lang="en-US" sz="2000" b="1" kern="0" dirty="0">
                <a:solidFill>
                  <a:sysClr val="windowText" lastClr="000000"/>
                </a:solidFill>
                <a:sym typeface="Wingdings" pitchFamily="2" charset="2"/>
              </a:rPr>
              <a:t>SCRIPTS</a:t>
            </a: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From 	GitHub 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Fork the repo: https://github.com/cccanvas-upv/pic-upv-lab2.git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  <a:sym typeface="Wingdings" pitchFamily="2" charset="2"/>
              </a:rPr>
              <a:t>Clone the repo using </a:t>
            </a:r>
            <a:r>
              <a:rPr lang="en-US" kern="0" dirty="0" err="1">
                <a:solidFill>
                  <a:sysClr val="windowText" lastClr="000000"/>
                </a:solidFill>
                <a:sym typeface="Wingdings" pitchFamily="2" charset="2"/>
              </a:rPr>
              <a:t>VSCode</a:t>
            </a:r>
            <a:endParaRPr lang="en-US" kern="0" dirty="0">
              <a:solidFill>
                <a:sysClr val="windowText" lastClr="000000"/>
              </a:solidFill>
              <a:sym typeface="Wingdings" pitchFamily="2" charset="2"/>
            </a:endParaRPr>
          </a:p>
          <a:p>
            <a:pPr marL="342900" indent="-342900" algn="just">
              <a:buFont typeface="Arial" panose="020B0604020202020204" pitchFamily="34" charset="0"/>
              <a:buChar char="•"/>
            </a:pPr>
            <a:r>
              <a:rPr lang="en-US" kern="0" dirty="0">
                <a:solidFill>
                  <a:sysClr val="windowText" lastClr="000000"/>
                </a:solidFill>
              </a:rPr>
              <a:t>Run the </a:t>
            </a:r>
            <a:r>
              <a:rPr lang="en-US" kern="0" dirty="0" err="1">
                <a:solidFill>
                  <a:sysClr val="windowText" lastClr="000000"/>
                </a:solidFill>
              </a:rPr>
              <a:t>Jupyter</a:t>
            </a:r>
            <a:r>
              <a:rPr lang="en-US" kern="0" dirty="0">
                <a:solidFill>
                  <a:sysClr val="windowText" lastClr="000000"/>
                </a:solidFill>
              </a:rPr>
              <a:t> Notebook: </a:t>
            </a:r>
          </a:p>
          <a:p>
            <a:pPr marL="800100" lvl="1" indent="-342900" algn="just">
              <a:buFont typeface="Arial" panose="020B0604020202020204" pitchFamily="34" charset="0"/>
              <a:buChar char="•"/>
            </a:pPr>
            <a:r>
              <a:rPr lang="en-US" kern="0" dirty="0" err="1">
                <a:solidFill>
                  <a:sysClr val="windowText" lastClr="000000"/>
                </a:solidFill>
              </a:rPr>
              <a:t>COUPLERS_Student.ipynb</a:t>
            </a:r>
            <a:r>
              <a:rPr lang="en-US" kern="0" dirty="0">
                <a:solidFill>
                  <a:sysClr val="windowText" lastClr="000000"/>
                </a:solidFill>
              </a:rPr>
              <a:t> </a:t>
            </a:r>
          </a:p>
          <a:p>
            <a:pPr algn="just"/>
            <a:endParaRPr lang="en-US" b="1" i="1" dirty="0"/>
          </a:p>
          <a:p>
            <a:pPr algn="just"/>
            <a:r>
              <a:rPr lang="en-US" b="1" i="1" dirty="0"/>
              <a:t>Cross-Sections </a:t>
            </a:r>
            <a:r>
              <a:rPr lang="en-US" i="1" dirty="0"/>
              <a:t>to be studied:</a:t>
            </a:r>
            <a:endParaRPr lang="en-US" b="1" i="1" dirty="0"/>
          </a:p>
          <a:p>
            <a:pPr algn="just"/>
            <a:endParaRPr lang="en-US" sz="2000" b="1" i="1" dirty="0"/>
          </a:p>
          <a:p>
            <a:pPr algn="just"/>
            <a:endParaRPr lang="en-US" sz="2000" kern="0" dirty="0">
              <a:solidFill>
                <a:sysClr val="windowText" lastClr="000000"/>
              </a:solidFill>
            </a:endParaRPr>
          </a:p>
        </p:txBody>
      </p:sp>
      <p:sp>
        <p:nvSpPr>
          <p:cNvPr id="96" name="object 7">
            <a:extLst>
              <a:ext uri="{FF2B5EF4-FFF2-40B4-BE49-F238E27FC236}">
                <a16:creationId xmlns:a16="http://schemas.microsoft.com/office/drawing/2014/main" id="{BB459788-0671-D4BA-B6DB-A3544D24EA92}"/>
              </a:ext>
            </a:extLst>
          </p:cNvPr>
          <p:cNvSpPr/>
          <p:nvPr/>
        </p:nvSpPr>
        <p:spPr>
          <a:xfrm>
            <a:off x="1241591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97" name="object 62">
            <a:extLst>
              <a:ext uri="{FF2B5EF4-FFF2-40B4-BE49-F238E27FC236}">
                <a16:creationId xmlns:a16="http://schemas.microsoft.com/office/drawing/2014/main" id="{13E0425E-CEDF-CBC4-B34B-0CC3951920EA}"/>
              </a:ext>
            </a:extLst>
          </p:cNvPr>
          <p:cNvSpPr/>
          <p:nvPr/>
        </p:nvSpPr>
        <p:spPr>
          <a:xfrm>
            <a:off x="1795778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98" name="object 63">
            <a:extLst>
              <a:ext uri="{FF2B5EF4-FFF2-40B4-BE49-F238E27FC236}">
                <a16:creationId xmlns:a16="http://schemas.microsoft.com/office/drawing/2014/main" id="{FDE45797-C0E3-ACE0-F66B-057BDEDB9070}"/>
              </a:ext>
            </a:extLst>
          </p:cNvPr>
          <p:cNvSpPr txBox="1"/>
          <p:nvPr/>
        </p:nvSpPr>
        <p:spPr>
          <a:xfrm>
            <a:off x="1229760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99" name="object 64">
            <a:extLst>
              <a:ext uri="{FF2B5EF4-FFF2-40B4-BE49-F238E27FC236}">
                <a16:creationId xmlns:a16="http://schemas.microsoft.com/office/drawing/2014/main" id="{ABAAA5DD-56CA-BF94-2180-F0866658B6B3}"/>
              </a:ext>
            </a:extLst>
          </p:cNvPr>
          <p:cNvSpPr/>
          <p:nvPr/>
        </p:nvSpPr>
        <p:spPr>
          <a:xfrm>
            <a:off x="1948179" y="4155787"/>
            <a:ext cx="914400" cy="89266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0" name="object 65">
            <a:extLst>
              <a:ext uri="{FF2B5EF4-FFF2-40B4-BE49-F238E27FC236}">
                <a16:creationId xmlns:a16="http://schemas.microsoft.com/office/drawing/2014/main" id="{A1EF013C-5123-D9A7-DC76-FEFD731E96E2}"/>
              </a:ext>
            </a:extLst>
          </p:cNvPr>
          <p:cNvSpPr txBox="1"/>
          <p:nvPr/>
        </p:nvSpPr>
        <p:spPr>
          <a:xfrm>
            <a:off x="2073955" y="3856694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01" name="object 73">
            <a:extLst>
              <a:ext uri="{FF2B5EF4-FFF2-40B4-BE49-F238E27FC236}">
                <a16:creationId xmlns:a16="http://schemas.microsoft.com/office/drawing/2014/main" id="{4C5C0871-D9B5-E642-7661-FFBCAD75720B}"/>
              </a:ext>
            </a:extLst>
          </p:cNvPr>
          <p:cNvSpPr txBox="1"/>
          <p:nvPr/>
        </p:nvSpPr>
        <p:spPr>
          <a:xfrm>
            <a:off x="352355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02" name="object 74">
            <a:extLst>
              <a:ext uri="{FF2B5EF4-FFF2-40B4-BE49-F238E27FC236}">
                <a16:creationId xmlns:a16="http://schemas.microsoft.com/office/drawing/2014/main" id="{10CC4DBA-05F4-4CDC-BA0E-6200AF622CA9}"/>
              </a:ext>
            </a:extLst>
          </p:cNvPr>
          <p:cNvSpPr txBox="1"/>
          <p:nvPr/>
        </p:nvSpPr>
        <p:spPr>
          <a:xfrm>
            <a:off x="4421819" y="5309818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1" name="object 7">
            <a:extLst>
              <a:ext uri="{FF2B5EF4-FFF2-40B4-BE49-F238E27FC236}">
                <a16:creationId xmlns:a16="http://schemas.microsoft.com/office/drawing/2014/main" id="{06801468-6F27-A16A-64E3-D7AD4B6B6B96}"/>
              </a:ext>
            </a:extLst>
          </p:cNvPr>
          <p:cNvSpPr/>
          <p:nvPr/>
        </p:nvSpPr>
        <p:spPr>
          <a:xfrm>
            <a:off x="7239000" y="3685362"/>
            <a:ext cx="3929379" cy="1902460"/>
          </a:xfrm>
          <a:custGeom>
            <a:avLst/>
            <a:gdLst/>
            <a:ahLst/>
            <a:cxnLst/>
            <a:rect l="l" t="t" r="r" b="b"/>
            <a:pathLst>
              <a:path w="3929379" h="1902460">
                <a:moveTo>
                  <a:pt x="0" y="1901952"/>
                </a:moveTo>
                <a:lnTo>
                  <a:pt x="3928872" y="1901952"/>
                </a:lnTo>
                <a:lnTo>
                  <a:pt x="3928872" y="0"/>
                </a:lnTo>
                <a:lnTo>
                  <a:pt x="0" y="0"/>
                </a:lnTo>
                <a:lnTo>
                  <a:pt x="0" y="1901952"/>
                </a:lnTo>
                <a:close/>
              </a:path>
            </a:pathLst>
          </a:custGeom>
          <a:solidFill>
            <a:srgbClr val="F1F1F1"/>
          </a:solidFill>
        </p:spPr>
        <p:txBody>
          <a:bodyPr wrap="square" lIns="0" tIns="0" rIns="0" bIns="0" rtlCol="0"/>
          <a:lstStyle/>
          <a:p>
            <a:endParaRPr dirty="0"/>
          </a:p>
        </p:txBody>
      </p:sp>
      <p:sp>
        <p:nvSpPr>
          <p:cNvPr id="114" name="object 64">
            <a:extLst>
              <a:ext uri="{FF2B5EF4-FFF2-40B4-BE49-F238E27FC236}">
                <a16:creationId xmlns:a16="http://schemas.microsoft.com/office/drawing/2014/main" id="{D9E5D738-CA47-1898-E0D8-DFBC514F5A50}"/>
              </a:ext>
            </a:extLst>
          </p:cNvPr>
          <p:cNvSpPr/>
          <p:nvPr/>
        </p:nvSpPr>
        <p:spPr>
          <a:xfrm>
            <a:off x="7663179" y="4163346"/>
            <a:ext cx="3165333" cy="48374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15" name="object 65">
            <a:extLst>
              <a:ext uri="{FF2B5EF4-FFF2-40B4-BE49-F238E27FC236}">
                <a16:creationId xmlns:a16="http://schemas.microsoft.com/office/drawing/2014/main" id="{74A4CAE1-BC33-1BCD-6F24-54F1DFA8AEDB}"/>
              </a:ext>
            </a:extLst>
          </p:cNvPr>
          <p:cNvSpPr txBox="1"/>
          <p:nvPr/>
        </p:nvSpPr>
        <p:spPr>
          <a:xfrm>
            <a:off x="8910954" y="3926878"/>
            <a:ext cx="733425" cy="228909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105"/>
              </a:spcBef>
            </a:pPr>
            <a:r>
              <a:rPr lang="es-ES" sz="1400" spc="5" dirty="0">
                <a:latin typeface="Calibri"/>
                <a:cs typeface="Calibri"/>
              </a:rPr>
              <a:t>w</a:t>
            </a:r>
            <a:r>
              <a:rPr sz="1400" spc="-65" dirty="0">
                <a:latin typeface="Calibri"/>
                <a:cs typeface="Calibri"/>
              </a:rPr>
              <a:t> </a:t>
            </a:r>
            <a:r>
              <a:rPr sz="1400" spc="-5" dirty="0">
                <a:latin typeface="Calibri"/>
                <a:cs typeface="Calibri"/>
              </a:rPr>
              <a:t>(width)</a:t>
            </a:r>
            <a:endParaRPr sz="1400" dirty="0">
              <a:latin typeface="Calibri"/>
              <a:cs typeface="Calibri"/>
            </a:endParaRPr>
          </a:p>
        </p:txBody>
      </p:sp>
      <p:sp>
        <p:nvSpPr>
          <p:cNvPr id="116" name="object 73">
            <a:extLst>
              <a:ext uri="{FF2B5EF4-FFF2-40B4-BE49-F238E27FC236}">
                <a16:creationId xmlns:a16="http://schemas.microsoft.com/office/drawing/2014/main" id="{CC9D2269-0CA8-143F-4E45-F3AF594A2ED3}"/>
              </a:ext>
            </a:extLst>
          </p:cNvPr>
          <p:cNvSpPr txBox="1"/>
          <p:nvPr/>
        </p:nvSpPr>
        <p:spPr>
          <a:xfrm>
            <a:off x="7663179" y="4325314"/>
            <a:ext cx="3165333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lang="es-ES" sz="1600" b="1" spc="-10" dirty="0">
                <a:latin typeface="Calibri"/>
                <a:cs typeface="Calibri"/>
              </a:rPr>
              <a:t>MMI </a:t>
            </a:r>
            <a:r>
              <a:rPr lang="es-ES" sz="1600" b="1" spc="-10" dirty="0" err="1">
                <a:latin typeface="Calibri"/>
                <a:cs typeface="Calibri"/>
              </a:rPr>
              <a:t>Body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117" name="object 74">
            <a:extLst>
              <a:ext uri="{FF2B5EF4-FFF2-40B4-BE49-F238E27FC236}">
                <a16:creationId xmlns:a16="http://schemas.microsoft.com/office/drawing/2014/main" id="{8A3332FF-25D4-1955-323F-BBD1D30324AC}"/>
              </a:ext>
            </a:extLst>
          </p:cNvPr>
          <p:cNvSpPr txBox="1"/>
          <p:nvPr/>
        </p:nvSpPr>
        <p:spPr>
          <a:xfrm>
            <a:off x="7284458" y="5303772"/>
            <a:ext cx="741045" cy="269240"/>
          </a:xfrm>
          <a:prstGeom prst="rect">
            <a:avLst/>
          </a:prstGeom>
        </p:spPr>
        <p:txBody>
          <a:bodyPr vert="horz" wrap="square" lIns="0" tIns="12065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95"/>
              </a:spcBef>
            </a:pPr>
            <a:r>
              <a:rPr sz="1600" b="1" spc="-10" dirty="0">
                <a:latin typeface="Calibri"/>
                <a:cs typeface="Calibri"/>
              </a:rPr>
              <a:t>Cladding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57D9AFBE-EF33-9078-9CE3-5C8B079B0C36}"/>
              </a:ext>
            </a:extLst>
          </p:cNvPr>
          <p:cNvSpPr txBox="1"/>
          <p:nvPr/>
        </p:nvSpPr>
        <p:spPr>
          <a:xfrm>
            <a:off x="7377675" y="5580458"/>
            <a:ext cx="395428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algn="r"/>
            <a:r>
              <a:rPr lang="en-US" b="1" dirty="0"/>
              <a:t>Multimode Interference (MMI) </a:t>
            </a:r>
            <a:r>
              <a:rPr lang="en-US" dirty="0"/>
              <a:t>coupler</a:t>
            </a:r>
            <a:r>
              <a:rPr lang="en-US" b="1" dirty="0"/>
              <a:t> </a:t>
            </a:r>
            <a:endParaRPr lang="en-US" dirty="0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7336B5D8-2D70-3E7A-336D-AF55EC49DEB8}"/>
              </a:ext>
            </a:extLst>
          </p:cNvPr>
          <p:cNvSpPr txBox="1"/>
          <p:nvPr/>
        </p:nvSpPr>
        <p:spPr>
          <a:xfrm>
            <a:off x="1168826" y="5579058"/>
            <a:ext cx="2743199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b="1" dirty="0"/>
              <a:t>Directional </a:t>
            </a:r>
            <a:r>
              <a:rPr lang="en-US" dirty="0"/>
              <a:t>coupler (DC)</a:t>
            </a:r>
          </a:p>
        </p:txBody>
      </p:sp>
      <p:sp>
        <p:nvSpPr>
          <p:cNvPr id="7" name="object 73">
            <a:extLst>
              <a:ext uri="{FF2B5EF4-FFF2-40B4-BE49-F238E27FC236}">
                <a16:creationId xmlns:a16="http://schemas.microsoft.com/office/drawing/2014/main" id="{9404A65A-9F07-371B-17B4-56EE1381567B}"/>
              </a:ext>
            </a:extLst>
          </p:cNvPr>
          <p:cNvSpPr txBox="1"/>
          <p:nvPr/>
        </p:nvSpPr>
        <p:spPr>
          <a:xfrm>
            <a:off x="1948179" y="4331380"/>
            <a:ext cx="984979" cy="610424"/>
          </a:xfrm>
          <a:prstGeom prst="rect">
            <a:avLst/>
          </a:prstGeom>
          <a:solidFill>
            <a:srgbClr val="CCB657"/>
          </a:solidFill>
        </p:spPr>
        <p:txBody>
          <a:bodyPr vert="horz" wrap="square" lIns="0" tIns="2540" rIns="0" bIns="0" rtlCol="0">
            <a:spAutoFit/>
          </a:bodyPr>
          <a:lstStyle/>
          <a:p>
            <a:pPr>
              <a:lnSpc>
                <a:spcPct val="100000"/>
              </a:lnSpc>
              <a:spcBef>
                <a:spcPts val="20"/>
              </a:spcBef>
            </a:pPr>
            <a:endParaRPr sz="2350" dirty="0">
              <a:latin typeface="Times New Roman"/>
              <a:cs typeface="Times New Roman"/>
            </a:endParaRPr>
          </a:p>
          <a:p>
            <a:pPr marL="18415" algn="ctr">
              <a:lnSpc>
                <a:spcPct val="100000"/>
              </a:lnSpc>
            </a:pPr>
            <a:r>
              <a:rPr sz="1600" b="1" spc="-10" dirty="0">
                <a:latin typeface="Calibri"/>
                <a:cs typeface="Calibri"/>
              </a:rPr>
              <a:t>Core</a:t>
            </a:r>
            <a:endParaRPr sz="1600" dirty="0">
              <a:latin typeface="Calibri"/>
              <a:cs typeface="Calibri"/>
            </a:endParaRPr>
          </a:p>
        </p:txBody>
      </p:sp>
      <p:sp>
        <p:nvSpPr>
          <p:cNvPr id="9" name="object 64">
            <a:extLst>
              <a:ext uri="{FF2B5EF4-FFF2-40B4-BE49-F238E27FC236}">
                <a16:creationId xmlns:a16="http://schemas.microsoft.com/office/drawing/2014/main" id="{B06C28EB-4BF4-A40B-513B-ACC7E468CDC3}"/>
              </a:ext>
            </a:extLst>
          </p:cNvPr>
          <p:cNvSpPr/>
          <p:nvPr/>
        </p:nvSpPr>
        <p:spPr>
          <a:xfrm flipV="1">
            <a:off x="2911079" y="5067632"/>
            <a:ext cx="590401" cy="45719"/>
          </a:xfrm>
          <a:custGeom>
            <a:avLst/>
            <a:gdLst/>
            <a:ahLst/>
            <a:cxnLst/>
            <a:rect l="l" t="t" r="r" b="b"/>
            <a:pathLst>
              <a:path w="1758314" h="76200">
                <a:moveTo>
                  <a:pt x="76200" y="0"/>
                </a:moveTo>
                <a:lnTo>
                  <a:pt x="0" y="38100"/>
                </a:lnTo>
                <a:lnTo>
                  <a:pt x="76200" y="76200"/>
                </a:lnTo>
                <a:lnTo>
                  <a:pt x="76200" y="44450"/>
                </a:lnTo>
                <a:lnTo>
                  <a:pt x="63500" y="44450"/>
                </a:lnTo>
                <a:lnTo>
                  <a:pt x="63500" y="31750"/>
                </a:lnTo>
                <a:lnTo>
                  <a:pt x="76200" y="31750"/>
                </a:lnTo>
                <a:lnTo>
                  <a:pt x="76200" y="0"/>
                </a:lnTo>
                <a:close/>
              </a:path>
              <a:path w="1758314" h="76200">
                <a:moveTo>
                  <a:pt x="1682114" y="0"/>
                </a:moveTo>
                <a:lnTo>
                  <a:pt x="1682114" y="76200"/>
                </a:lnTo>
                <a:lnTo>
                  <a:pt x="1745614" y="44450"/>
                </a:lnTo>
                <a:lnTo>
                  <a:pt x="1694814" y="44450"/>
                </a:lnTo>
                <a:lnTo>
                  <a:pt x="1694814" y="31750"/>
                </a:lnTo>
                <a:lnTo>
                  <a:pt x="1745614" y="31750"/>
                </a:lnTo>
                <a:lnTo>
                  <a:pt x="1682114" y="0"/>
                </a:lnTo>
                <a:close/>
              </a:path>
              <a:path w="1758314" h="76200">
                <a:moveTo>
                  <a:pt x="76200" y="31750"/>
                </a:moveTo>
                <a:lnTo>
                  <a:pt x="63500" y="31750"/>
                </a:lnTo>
                <a:lnTo>
                  <a:pt x="63500" y="44450"/>
                </a:lnTo>
                <a:lnTo>
                  <a:pt x="76200" y="44450"/>
                </a:lnTo>
                <a:lnTo>
                  <a:pt x="76200" y="31750"/>
                </a:lnTo>
                <a:close/>
              </a:path>
              <a:path w="1758314" h="76200">
                <a:moveTo>
                  <a:pt x="1682114" y="31750"/>
                </a:moveTo>
                <a:lnTo>
                  <a:pt x="76200" y="31750"/>
                </a:lnTo>
                <a:lnTo>
                  <a:pt x="76200" y="44450"/>
                </a:lnTo>
                <a:lnTo>
                  <a:pt x="1682114" y="44450"/>
                </a:lnTo>
                <a:lnTo>
                  <a:pt x="1682114" y="31750"/>
                </a:lnTo>
                <a:close/>
              </a:path>
              <a:path w="1758314" h="76200">
                <a:moveTo>
                  <a:pt x="1745614" y="31750"/>
                </a:moveTo>
                <a:lnTo>
                  <a:pt x="1694814" y="31750"/>
                </a:lnTo>
                <a:lnTo>
                  <a:pt x="1694814" y="44450"/>
                </a:lnTo>
                <a:lnTo>
                  <a:pt x="1745614" y="44450"/>
                </a:lnTo>
                <a:lnTo>
                  <a:pt x="1758314" y="38100"/>
                </a:lnTo>
                <a:lnTo>
                  <a:pt x="1745614" y="3175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0" name="object 63">
            <a:extLst>
              <a:ext uri="{FF2B5EF4-FFF2-40B4-BE49-F238E27FC236}">
                <a16:creationId xmlns:a16="http://schemas.microsoft.com/office/drawing/2014/main" id="{4601CBDA-CF6C-DA98-1398-C31497498862}"/>
              </a:ext>
            </a:extLst>
          </p:cNvPr>
          <p:cNvSpPr txBox="1"/>
          <p:nvPr/>
        </p:nvSpPr>
        <p:spPr>
          <a:xfrm>
            <a:off x="2939643" y="5090491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lang="es-ES" sz="1400" dirty="0">
                <a:latin typeface="Calibri"/>
                <a:cs typeface="Calibri"/>
              </a:rPr>
              <a:t>g</a:t>
            </a:r>
            <a:endParaRPr sz="1400" dirty="0">
              <a:latin typeface="Calibri"/>
              <a:cs typeface="Calibri"/>
            </a:endParaRP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</a:t>
            </a:r>
            <a:r>
              <a:rPr lang="es-ES" sz="1400" spc="-10" dirty="0">
                <a:latin typeface="Calibri"/>
                <a:cs typeface="Calibri"/>
              </a:rPr>
              <a:t>gap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  <p:sp>
        <p:nvSpPr>
          <p:cNvPr id="11" name="object 62">
            <a:extLst>
              <a:ext uri="{FF2B5EF4-FFF2-40B4-BE49-F238E27FC236}">
                <a16:creationId xmlns:a16="http://schemas.microsoft.com/office/drawing/2014/main" id="{F1DAA8E2-74AD-BD39-C248-2324458F6D54}"/>
              </a:ext>
            </a:extLst>
          </p:cNvPr>
          <p:cNvSpPr/>
          <p:nvPr/>
        </p:nvSpPr>
        <p:spPr>
          <a:xfrm>
            <a:off x="7448782" y="4331380"/>
            <a:ext cx="67949" cy="610424"/>
          </a:xfrm>
          <a:custGeom>
            <a:avLst/>
            <a:gdLst/>
            <a:ahLst/>
            <a:cxnLst/>
            <a:rect l="l" t="t" r="r" b="b"/>
            <a:pathLst>
              <a:path w="76200" h="986155">
                <a:moveTo>
                  <a:pt x="31750" y="909827"/>
                </a:moveTo>
                <a:lnTo>
                  <a:pt x="0" y="909827"/>
                </a:lnTo>
                <a:lnTo>
                  <a:pt x="38100" y="986027"/>
                </a:lnTo>
                <a:lnTo>
                  <a:pt x="69850" y="922527"/>
                </a:lnTo>
                <a:lnTo>
                  <a:pt x="31750" y="922527"/>
                </a:lnTo>
                <a:lnTo>
                  <a:pt x="31750" y="909827"/>
                </a:lnTo>
                <a:close/>
              </a:path>
              <a:path w="76200" h="986155">
                <a:moveTo>
                  <a:pt x="44450" y="63500"/>
                </a:moveTo>
                <a:lnTo>
                  <a:pt x="31750" y="63500"/>
                </a:lnTo>
                <a:lnTo>
                  <a:pt x="31750" y="922527"/>
                </a:lnTo>
                <a:lnTo>
                  <a:pt x="44450" y="922527"/>
                </a:lnTo>
                <a:lnTo>
                  <a:pt x="44450" y="63500"/>
                </a:lnTo>
                <a:close/>
              </a:path>
              <a:path w="76200" h="986155">
                <a:moveTo>
                  <a:pt x="76200" y="909827"/>
                </a:moveTo>
                <a:lnTo>
                  <a:pt x="44450" y="909827"/>
                </a:lnTo>
                <a:lnTo>
                  <a:pt x="44450" y="922527"/>
                </a:lnTo>
                <a:lnTo>
                  <a:pt x="69850" y="922527"/>
                </a:lnTo>
                <a:lnTo>
                  <a:pt x="76200" y="909827"/>
                </a:lnTo>
                <a:close/>
              </a:path>
              <a:path w="76200" h="986155">
                <a:moveTo>
                  <a:pt x="38100" y="0"/>
                </a:moveTo>
                <a:lnTo>
                  <a:pt x="0" y="76200"/>
                </a:lnTo>
                <a:lnTo>
                  <a:pt x="31750" y="76200"/>
                </a:lnTo>
                <a:lnTo>
                  <a:pt x="31750" y="63500"/>
                </a:lnTo>
                <a:lnTo>
                  <a:pt x="69850" y="63500"/>
                </a:lnTo>
                <a:lnTo>
                  <a:pt x="38100" y="0"/>
                </a:lnTo>
                <a:close/>
              </a:path>
              <a:path w="76200" h="986155">
                <a:moveTo>
                  <a:pt x="69850" y="63500"/>
                </a:moveTo>
                <a:lnTo>
                  <a:pt x="44450" y="63500"/>
                </a:lnTo>
                <a:lnTo>
                  <a:pt x="44450" y="76200"/>
                </a:lnTo>
                <a:lnTo>
                  <a:pt x="76200" y="76200"/>
                </a:lnTo>
                <a:lnTo>
                  <a:pt x="69850" y="63500"/>
                </a:lnTo>
                <a:close/>
              </a:path>
            </a:pathLst>
          </a:custGeom>
          <a:solidFill>
            <a:srgbClr val="000000"/>
          </a:solid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12" name="object 63">
            <a:extLst>
              <a:ext uri="{FF2B5EF4-FFF2-40B4-BE49-F238E27FC236}">
                <a16:creationId xmlns:a16="http://schemas.microsoft.com/office/drawing/2014/main" id="{FCE9BE8C-E2F4-7CBE-236B-A2E5451F5C01}"/>
              </a:ext>
            </a:extLst>
          </p:cNvPr>
          <p:cNvSpPr txBox="1"/>
          <p:nvPr/>
        </p:nvSpPr>
        <p:spPr>
          <a:xfrm>
            <a:off x="6882764" y="4389164"/>
            <a:ext cx="577850" cy="45402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R="3175" algn="ctr">
              <a:lnSpc>
                <a:spcPct val="100000"/>
              </a:lnSpc>
              <a:spcBef>
                <a:spcPts val="105"/>
              </a:spcBef>
            </a:pPr>
            <a:r>
              <a:rPr sz="1400" dirty="0">
                <a:latin typeface="Calibri"/>
                <a:cs typeface="Calibri"/>
              </a:rPr>
              <a:t>h</a:t>
            </a:r>
          </a:p>
          <a:p>
            <a:pPr marR="5080" algn="ctr">
              <a:lnSpc>
                <a:spcPct val="100000"/>
              </a:lnSpc>
              <a:spcBef>
                <a:spcPts val="5"/>
              </a:spcBef>
            </a:pPr>
            <a:r>
              <a:rPr sz="1400" spc="-10" dirty="0">
                <a:latin typeface="Calibri"/>
                <a:cs typeface="Calibri"/>
              </a:rPr>
              <a:t>(h</a:t>
            </a:r>
            <a:r>
              <a:rPr sz="1400" dirty="0">
                <a:latin typeface="Calibri"/>
                <a:cs typeface="Calibri"/>
              </a:rPr>
              <a:t>eig</a:t>
            </a:r>
            <a:r>
              <a:rPr sz="1400" spc="-25" dirty="0">
                <a:latin typeface="Calibri"/>
                <a:cs typeface="Calibri"/>
              </a:rPr>
              <a:t>h</a:t>
            </a:r>
            <a:r>
              <a:rPr sz="1400" spc="-5" dirty="0">
                <a:latin typeface="Calibri"/>
                <a:cs typeface="Calibri"/>
              </a:rPr>
              <a:t>t</a:t>
            </a:r>
            <a:r>
              <a:rPr sz="1400" dirty="0">
                <a:latin typeface="Calibri"/>
                <a:cs typeface="Calibri"/>
              </a:rPr>
              <a:t>)</a:t>
            </a:r>
          </a:p>
        </p:txBody>
      </p:sp>
    </p:spTree>
    <p:extLst>
      <p:ext uri="{BB962C8B-B14F-4D97-AF65-F5344CB8AC3E}">
        <p14:creationId xmlns:p14="http://schemas.microsoft.com/office/powerpoint/2010/main" val="560234623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1F74687F-7302-3F32-F9D1-0566D05F33AE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78335A49-ACE2-C055-50CA-8DD755D2E76D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3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AF6692CA-D0D0-2BAF-E673-933E02AE2B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Directional coupler</a:t>
            </a:r>
          </a:p>
        </p:txBody>
      </p:sp>
    </p:spTree>
    <p:extLst>
      <p:ext uri="{BB962C8B-B14F-4D97-AF65-F5344CB8AC3E}">
        <p14:creationId xmlns:p14="http://schemas.microsoft.com/office/powerpoint/2010/main" val="164001952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#1 – Directional coupler length and coupling coefficient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 µm – width 1.2 µm – gap 0.6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(distance needed for a complete energy transfer between waveguides, distance needed for splitting power in half..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kumimoji="0" lang="es-ES" altLang="es-E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Para dividir la potencia en dos (K=0.5), la longitud debe ser L=</a:t>
            </a:r>
            <a:r>
              <a:rPr kumimoji="0" lang="es-ES" altLang="es-E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m⋅L</a:t>
            </a:r>
            <a:r>
              <a:rPr kumimoji="0" lang="es-ES" altLang="es-E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π/2 con m impar.</a:t>
            </a:r>
          </a:p>
          <a:p>
            <a:pPr eaLnBrk="0" fontAlgn="base" hangingPunct="0">
              <a:spcBef>
                <a:spcPct val="0"/>
              </a:spcBef>
              <a:spcAft>
                <a:spcPct val="0"/>
              </a:spcAft>
              <a:buFontTx/>
              <a:buChar char="•"/>
            </a:pPr>
            <a:r>
              <a:rPr lang="es-ES" altLang="es-ES" sz="1200" dirty="0">
                <a:latin typeface="Arial" panose="020B0604020202020204" pitchFamily="34" charset="0"/>
              </a:rPr>
              <a:t>Si L=</a:t>
            </a:r>
            <a:r>
              <a:rPr lang="es-ES" altLang="es-ES" sz="1200" dirty="0" err="1">
                <a:latin typeface="Arial" panose="020B0604020202020204" pitchFamily="34" charset="0"/>
              </a:rPr>
              <a:t>m⋅L</a:t>
            </a:r>
            <a:r>
              <a:rPr lang="es-ES" altLang="es-ES" sz="1200" dirty="0">
                <a:latin typeface="Arial" panose="020B0604020202020204" pitchFamily="34" charset="0"/>
              </a:rPr>
              <a:t>π​ y m es impar, hay transferencia completa de energía entre guías → K=1.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Si L=</a:t>
            </a:r>
            <a:r>
              <a:rPr kumimoji="0" lang="es-ES" altLang="es-ES" sz="1200" i="0" u="none" strike="noStrike" cap="none" normalizeH="0" baseline="0" dirty="0" err="1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m⋅L</a:t>
            </a:r>
            <a:r>
              <a:rPr kumimoji="0" lang="es-ES" altLang="es-E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π​ y m es par, no hay transferencia de potencia → K=0.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21F754A5-65BC-14A3-5F55-75716FFA9027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8" name="CuadroTexto 7">
            <a:extLst>
              <a:ext uri="{FF2B5EF4-FFF2-40B4-BE49-F238E27FC236}">
                <a16:creationId xmlns:a16="http://schemas.microsoft.com/office/drawing/2014/main" id="{CD9C65D4-5494-F5CE-1094-CB0A32C33876}"/>
              </a:ext>
            </a:extLst>
          </p:cNvPr>
          <p:cNvSpPr txBox="1"/>
          <p:nvPr/>
        </p:nvSpPr>
        <p:spPr>
          <a:xfrm>
            <a:off x="3909688" y="2609722"/>
            <a:ext cx="4546634" cy="92333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en-US" b="1" dirty="0"/>
              <a:t>deep</a:t>
            </a:r>
            <a:r>
              <a:rPr lang="en-US" dirty="0"/>
              <a:t> waveguide</a:t>
            </a:r>
          </a:p>
          <a:p>
            <a:pPr algn="ctr"/>
            <a:endParaRPr lang="en-US" dirty="0"/>
          </a:p>
          <a:p>
            <a:pPr algn="ctr"/>
            <a:r>
              <a:rPr lang="en-US" dirty="0"/>
              <a:t>Paste L/</a:t>
            </a:r>
            <a:r>
              <a:rPr lang="en-US" dirty="0" err="1"/>
              <a:t>Lpi</a:t>
            </a:r>
            <a:r>
              <a:rPr lang="en-US" dirty="0"/>
              <a:t> vs K plot here</a:t>
            </a:r>
          </a:p>
        </p:txBody>
      </p:sp>
      <p:pic>
        <p:nvPicPr>
          <p:cNvPr id="6" name="Imagen 5" descr="Forma&#10;&#10;Descripción generada automáticamente con confianza media">
            <a:extLst>
              <a:ext uri="{FF2B5EF4-FFF2-40B4-BE49-F238E27FC236}">
                <a16:creationId xmlns:a16="http://schemas.microsoft.com/office/drawing/2014/main" id="{380A8455-6386-C7D5-7BB6-B79D8D91F0EF}"/>
              </a:ext>
            </a:extLst>
          </p:cNvPr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2588" y="1626040"/>
            <a:ext cx="3383313" cy="983682"/>
          </a:xfrm>
          <a:prstGeom prst="rect">
            <a:avLst/>
          </a:prstGeom>
        </p:spPr>
      </p:pic>
      <p:pic>
        <p:nvPicPr>
          <p:cNvPr id="5" name="Imagen 4">
            <a:extLst>
              <a:ext uri="{FF2B5EF4-FFF2-40B4-BE49-F238E27FC236}">
                <a16:creationId xmlns:a16="http://schemas.microsoft.com/office/drawing/2014/main" id="{229B523B-2C9F-48C2-BF4D-869C74BA60A3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44602" y="1554132"/>
            <a:ext cx="3902796" cy="3131873"/>
          </a:xfrm>
          <a:prstGeom prst="rect">
            <a:avLst/>
          </a:prstGeom>
        </p:spPr>
      </p:pic>
      <p:sp>
        <p:nvSpPr>
          <p:cNvPr id="4" name="Rectangle 1">
            <a:extLst>
              <a:ext uri="{FF2B5EF4-FFF2-40B4-BE49-F238E27FC236}">
                <a16:creationId xmlns:a16="http://schemas.microsoft.com/office/drawing/2014/main" id="{837B67DF-37A6-443B-923E-1C3CDAD350F0}"/>
              </a:ext>
            </a:extLst>
          </p:cNvPr>
          <p:cNvSpPr>
            <a:spLocks noChangeArrowheads="1"/>
          </p:cNvSpPr>
          <p:nvPr/>
        </p:nvSpPr>
        <p:spPr bwMode="auto">
          <a:xfrm>
            <a:off x="0" y="-184666"/>
            <a:ext cx="248786" cy="369332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  <p:txBody>
          <a:bodyPr vert="horz" wrap="none" lIns="91440" tIns="45720" rIns="91440" bIns="45720" numCol="1" anchor="ctr" anchorCtr="0" compatLnSpc="1">
            <a:prstTxWarp prst="textNoShape">
              <a:avLst/>
            </a:prstTxWarp>
            <a:spAutoFit/>
          </a:bodyPr>
          <a:lstStyle/>
          <a:p>
            <a:pPr eaLnBrk="0" fontAlgn="base" hangingPunct="0">
              <a:spcBef>
                <a:spcPct val="0"/>
              </a:spcBef>
              <a:spcAft>
                <a:spcPct val="0"/>
              </a:spcAft>
            </a:pPr>
            <a:r>
              <a:rPr kumimoji="0" lang="es-ES" altLang="es-ES" sz="1800" b="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.</a:t>
            </a:r>
          </a:p>
        </p:txBody>
      </p:sp>
    </p:spTree>
    <p:extLst>
      <p:ext uri="{BB962C8B-B14F-4D97-AF65-F5344CB8AC3E}">
        <p14:creationId xmlns:p14="http://schemas.microsoft.com/office/powerpoint/2010/main" val="3663624071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015663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Caso izquierdo: L=Lπ. La mayor parte de la potencia sale por el puerto opuesto al de entrada.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endParaRPr kumimoji="0" lang="es-ES" altLang="es-E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Caso derecho: L=Lπ/2. La potencia de entrada se divide por igual entre los dos puertos de salida (≈ 0.5 y 0.5)</a:t>
            </a: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tabLst/>
            </a:pPr>
            <a:endParaRPr kumimoji="0" lang="es-ES" altLang="es-ES" sz="1200" i="0" u="none" strike="noStrike" cap="none" normalizeH="0" baseline="0" dirty="0">
              <a:ln>
                <a:noFill/>
              </a:ln>
              <a:solidFill>
                <a:schemeClr val="tx1"/>
              </a:solidFill>
              <a:effectLst/>
              <a:latin typeface="Arial" panose="020B0604020202020204" pitchFamily="34" charset="0"/>
            </a:endParaRPr>
          </a:p>
          <a:p>
            <a:pPr marL="0" marR="0" lvl="0" indent="0" algn="l" defTabSz="914400" rtl="0" eaLnBrk="0" fontAlgn="base" latinLnBrk="0" hangingPunct="0">
              <a:lnSpc>
                <a:spcPct val="100000"/>
              </a:lnSpc>
              <a:spcBef>
                <a:spcPct val="0"/>
              </a:spcBef>
              <a:spcAft>
                <a:spcPct val="0"/>
              </a:spcAft>
              <a:buClrTx/>
              <a:buSzTx/>
              <a:buFontTx/>
              <a:buChar char="•"/>
              <a:tabLst/>
            </a:pPr>
            <a:r>
              <a:rPr kumimoji="0" lang="es-ES" altLang="es-ES" sz="1200" i="0" u="none" strike="noStrike" cap="none" normalizeH="0" baseline="0" dirty="0">
                <a:ln>
                  <a:noFill/>
                </a:ln>
                <a:solidFill>
                  <a:schemeClr val="tx1"/>
                </a:solidFill>
                <a:effectLst/>
                <a:latin typeface="Arial" panose="020B0604020202020204" pitchFamily="34" charset="0"/>
              </a:rPr>
              <a:t>En ambos casos, la pérdida es aproximadamente 0.18 dB.</a:t>
            </a: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76CC1458-F832-4764-B9E5-21219ACA32F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63952" y="1659292"/>
            <a:ext cx="4577696" cy="2905648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E29CCFB-E73C-4E0A-A736-9AE15525705B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91764" y="1574023"/>
            <a:ext cx="4436284" cy="3070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5832684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2"/>
            <a:ext cx="11199971" cy="4830027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6" name="Imagen 5">
            <a:extLst>
              <a:ext uri="{FF2B5EF4-FFF2-40B4-BE49-F238E27FC236}">
                <a16:creationId xmlns:a16="http://schemas.microsoft.com/office/drawing/2014/main" id="{12EED1A6-47EF-4A41-BFFE-2583DBD8E56C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768406" y="1836219"/>
            <a:ext cx="3276600" cy="3994332"/>
          </a:xfrm>
          <a:prstGeom prst="rect">
            <a:avLst/>
          </a:prstGeom>
        </p:spPr>
      </p:pic>
      <p:graphicFrame>
        <p:nvGraphicFramePr>
          <p:cNvPr id="11" name="Tabla 11">
            <a:extLst>
              <a:ext uri="{FF2B5EF4-FFF2-40B4-BE49-F238E27FC236}">
                <a16:creationId xmlns:a16="http://schemas.microsoft.com/office/drawing/2014/main" id="{A6BBFF76-AF02-47E2-AA58-6E975A0E8E59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854595833"/>
              </p:ext>
            </p:extLst>
          </p:nvPr>
        </p:nvGraphicFramePr>
        <p:xfrm>
          <a:off x="7562306" y="1501665"/>
          <a:ext cx="3162300" cy="4663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54100">
                  <a:extLst>
                    <a:ext uri="{9D8B030D-6E8A-4147-A177-3AD203B41FA5}">
                      <a16:colId xmlns:a16="http://schemas.microsoft.com/office/drawing/2014/main" val="1940948963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8804044"/>
                    </a:ext>
                  </a:extLst>
                </a:gridCol>
                <a:gridCol w="1054100">
                  <a:extLst>
                    <a:ext uri="{9D8B030D-6E8A-4147-A177-3AD203B41FA5}">
                      <a16:colId xmlns:a16="http://schemas.microsoft.com/office/drawing/2014/main" val="3236221254"/>
                    </a:ext>
                  </a:extLst>
                </a:gridCol>
              </a:tblGrid>
              <a:tr h="233962">
                <a:tc>
                  <a:txBody>
                    <a:bodyPr/>
                    <a:lstStyle/>
                    <a:p>
                      <a:r>
                        <a:rPr lang="es-ES" dirty="0"/>
                        <a:t>GAP (</a:t>
                      </a:r>
                      <a:r>
                        <a:rPr lang="es-ES" dirty="0" err="1"/>
                        <a:t>um</a:t>
                      </a:r>
                      <a:r>
                        <a:rPr lang="es-ES" dirty="0"/>
                        <a:t>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/>
                        <a:t>LOSSES (dB)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r>
                        <a:rPr lang="es-ES" dirty="0" err="1"/>
                        <a:t>L_pi</a:t>
                      </a:r>
                      <a:r>
                        <a:rPr lang="es-ES" dirty="0"/>
                        <a:t> RATIO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740672354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0.1851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0.9987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22894246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0,7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0.1161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0.9989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16062370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0.0968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0.9990</a:t>
                      </a:r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8418677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0,9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0.1191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0.9992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83579621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0.1938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0.9994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1459887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0.3345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0.9995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2629836775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0.5452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0.9996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4281414131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0.7669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576985583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1,4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1.0870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172838679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1.4155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0.9997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31781802"/>
                  </a:ext>
                </a:extLst>
              </a:tr>
              <a:tr h="233962">
                <a:tc>
                  <a:txBody>
                    <a:bodyPr/>
                    <a:lstStyle/>
                    <a:p>
                      <a:pPr algn="ctr"/>
                      <a:r>
                        <a:rPr lang="es-ES" dirty="0"/>
                        <a:t>1,6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1.7769</a:t>
                      </a:r>
                      <a:endParaRPr lang="es-ES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 algn="ctr"/>
                      <a:r>
                        <a:rPr lang="es-ES" b="0" i="0" dirty="0">
                          <a:solidFill>
                            <a:schemeClr val="dk1"/>
                          </a:solidFill>
                          <a:effectLst/>
                          <a:latin typeface="+mn-lt"/>
                          <a:ea typeface="+mn-ea"/>
                          <a:cs typeface="+mn-cs"/>
                        </a:rPr>
                        <a:t>0.9999</a:t>
                      </a:r>
                      <a:endParaRPr lang="es-ES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26431574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012096659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#2 – 2x2 Directional Coupler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Gap 0.6 - 1.6 µm (step 0.1 µm) – Wavelength 1.55 µm 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FBC7D187-267A-ADD4-764C-D3820B8ED302}"/>
              </a:ext>
            </a:extLst>
          </p:cNvPr>
          <p:cNvSpPr/>
          <p:nvPr/>
        </p:nvSpPr>
        <p:spPr>
          <a:xfrm>
            <a:off x="609441" y="1418373"/>
            <a:ext cx="11199971" cy="32298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C53809D-89DF-4BA2-B688-935065E7C6A5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530093" y="1680423"/>
            <a:ext cx="3514913" cy="2776537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EC148AE2-DD69-4B77-8808-2E2EED8904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146996" y="1658652"/>
            <a:ext cx="3618652" cy="2776537"/>
          </a:xfrm>
          <a:prstGeom prst="rect">
            <a:avLst/>
          </a:prstGeom>
        </p:spPr>
      </p:pic>
      <p:sp>
        <p:nvSpPr>
          <p:cNvPr id="12" name="CuadroTexto 11">
            <a:extLst>
              <a:ext uri="{FF2B5EF4-FFF2-40B4-BE49-F238E27FC236}">
                <a16:creationId xmlns:a16="http://schemas.microsoft.com/office/drawing/2014/main" id="{77A084EF-8A00-4DF5-BEC3-7DB6425C27B4}"/>
              </a:ext>
            </a:extLst>
          </p:cNvPr>
          <p:cNvSpPr txBox="1"/>
          <p:nvPr/>
        </p:nvSpPr>
        <p:spPr>
          <a:xfrm>
            <a:off x="609441" y="4811862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muestran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dependencia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puertos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gap.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gap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estarán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entre [0.7,0.9]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ya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su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vez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bastante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1 que es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ideal.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353224353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71656EC-E197-239C-60DD-C11F7BA4B4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431EA70-9578-8BF1-5A05-77CDC26788B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#3 – Parallel uncoupled waveguides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width 1.0 µm, gap to be found for uncoupled </a:t>
            </a:r>
            <a:r>
              <a:rPr lang="en-US" b="0" dirty="0" err="1"/>
              <a:t>wvgs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B6A02C28-9CC3-6E88-B695-04A48E5FDEAC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FB7F118F-AD79-0ED0-CE53-A8EE4409B4F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8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10846C9D-3FE3-8524-3349-96E1AD1712B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CA5F0FDF-2A95-453B-4ECA-AEB637FF2694}"/>
              </a:ext>
            </a:extLst>
          </p:cNvPr>
          <p:cNvSpPr txBox="1"/>
          <p:nvPr/>
        </p:nvSpPr>
        <p:spPr>
          <a:xfrm>
            <a:off x="609441" y="4627196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que las guías estén desacopladas, Lπ debe ser mayor que L para minimizar K. Se podrían escoger valores de gap relativamente pequeños que cumplan la condición, pero como K es oscilatorio, en algunos puntos puede acercarse a 0 de manera accidental; sin embargo, las guías no estarán realmente desacopladas.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deep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obtenemos un gap de 3.6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cumple con que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correspondiente (183.91 mm) es mucho mayor que L.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Para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he intentado cambiar la función DC.EME() y no he conseguido repetir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proces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FB4B77A0-B37C-3130-FB52-4E560C66946F}"/>
              </a:ext>
            </a:extLst>
          </p:cNvPr>
          <p:cNvSpPr/>
          <p:nvPr/>
        </p:nvSpPr>
        <p:spPr>
          <a:xfrm>
            <a:off x="609441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DA7ECAA3-0876-C0FB-D7E5-448FCC5ED226}"/>
              </a:ext>
            </a:extLst>
          </p:cNvPr>
          <p:cNvSpPr/>
          <p:nvPr/>
        </p:nvSpPr>
        <p:spPr>
          <a:xfrm>
            <a:off x="6321424" y="12192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/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deep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b="0" i="1" smtClean="0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  <a:p>
                <a:pPr algn="ctr"/>
                <a:endParaRPr lang="en-US" dirty="0"/>
              </a:p>
            </p:txBody>
          </p:sp>
        </mc:Choice>
        <mc:Fallback xmlns="">
          <p:sp>
            <p:nvSpPr>
              <p:cNvPr id="9" name="CuadroTexto 8">
                <a:extLst>
                  <a:ext uri="{FF2B5EF4-FFF2-40B4-BE49-F238E27FC236}">
                    <a16:creationId xmlns:a16="http://schemas.microsoft.com/office/drawing/2014/main" id="{C1467207-8D05-D4C6-EBD2-209F796AE977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79403" y="2480496"/>
                <a:ext cx="4546634" cy="1477328"/>
              </a:xfrm>
              <a:prstGeom prst="rect">
                <a:avLst/>
              </a:prstGeom>
              <a:blipFill>
                <a:blip r:embed="rId5"/>
                <a:stretch>
                  <a:fillRect t="-2479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/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:r>
                  <a:rPr lang="en-US" b="1" dirty="0"/>
                  <a:t>shallow</a:t>
                </a:r>
                <a:r>
                  <a:rPr lang="en-US" dirty="0"/>
                  <a:t> waveguide</a:t>
                </a:r>
              </a:p>
              <a:p>
                <a:pPr algn="ctr"/>
                <a:endParaRPr lang="en-US" dirty="0"/>
              </a:p>
              <a:p>
                <a:pPr algn="ctr"/>
                <a:r>
                  <a:rPr lang="en-US" dirty="0"/>
                  <a:t>Paste </a:t>
                </a:r>
                <a14:m>
                  <m:oMath xmlns:m="http://schemas.openxmlformats.org/officeDocument/2006/math">
                    <m:r>
                      <a:rPr lang="es-ES" i="1">
                        <a:latin typeface="Cambria Math" panose="02040503050406030204" pitchFamily="18" charset="0"/>
                      </a:rPr>
                      <m:t>𝐾</m:t>
                    </m:r>
                  </m:oMath>
                </a14:m>
                <a:r>
                  <a:rPr lang="en-US" dirty="0"/>
                  <a:t> vs gap for 10 mm </a:t>
                </a:r>
                <a:r>
                  <a:rPr lang="en-US" dirty="0" err="1"/>
                  <a:t>wvgs</a:t>
                </a:r>
                <a:r>
                  <a:rPr lang="en-US" dirty="0"/>
                  <a:t> to be uncoupled</a:t>
                </a:r>
              </a:p>
            </p:txBody>
          </p:sp>
        </mc:Choice>
        <mc:Fallback xmlns="">
          <p:sp>
            <p:nvSpPr>
              <p:cNvPr id="10" name="CuadroTexto 9">
                <a:extLst>
                  <a:ext uri="{FF2B5EF4-FFF2-40B4-BE49-F238E27FC236}">
                    <a16:creationId xmlns:a16="http://schemas.microsoft.com/office/drawing/2014/main" id="{32E39C0C-95E1-ED90-891A-5D634D9DB76B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883366" y="2480496"/>
                <a:ext cx="4546634" cy="1200329"/>
              </a:xfrm>
              <a:prstGeom prst="rect">
                <a:avLst/>
              </a:prstGeom>
              <a:blipFill>
                <a:blip r:embed="rId6"/>
                <a:stretch>
                  <a:fillRect t="-3046" b="-7107"/>
                </a:stretch>
              </a:blipFill>
            </p:spPr>
            <p:txBody>
              <a:bodyPr/>
              <a:lstStyle/>
              <a:p>
                <a:r>
                  <a:rPr lang="es-E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1" name="Imagen 10">
            <a:extLst>
              <a:ext uri="{FF2B5EF4-FFF2-40B4-BE49-F238E27FC236}">
                <a16:creationId xmlns:a16="http://schemas.microsoft.com/office/drawing/2014/main" id="{7E247DFD-2CDE-45D3-AEA7-3AB69BC63D90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450567" y="1369645"/>
            <a:ext cx="3804305" cy="300513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12356003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3D4982-2E99-3EE0-CEBE-CEF54821C33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Marcador de pie de página 3">
            <a:extLst>
              <a:ext uri="{FF2B5EF4-FFF2-40B4-BE49-F238E27FC236}">
                <a16:creationId xmlns:a16="http://schemas.microsoft.com/office/drawing/2014/main" id="{A60D29C4-F13C-8947-EF1D-2CBDDD14AC5C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28A4EFD1-1AF6-F17D-1B27-5115800F99B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9</a:t>
            </a:fld>
            <a:endParaRPr lang="es-ES"/>
          </a:p>
        </p:txBody>
      </p:sp>
      <p:sp>
        <p:nvSpPr>
          <p:cNvPr id="6" name="Título 4">
            <a:extLst>
              <a:ext uri="{FF2B5EF4-FFF2-40B4-BE49-F238E27FC236}">
                <a16:creationId xmlns:a16="http://schemas.microsoft.com/office/drawing/2014/main" id="{8111062F-F9A0-241E-6CCB-6E8BE4D8C60A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09600" y="2152650"/>
            <a:ext cx="10972800" cy="430887"/>
          </a:xfrm>
        </p:spPr>
        <p:txBody>
          <a:bodyPr/>
          <a:lstStyle/>
          <a:p>
            <a:pPr algn="ctr"/>
            <a:r>
              <a:rPr lang="en-US" sz="2800" b="1" dirty="0">
                <a:effectLst>
                  <a:outerShdw blurRad="38100" dist="38100" dir="2700000" algn="tl">
                    <a:srgbClr val="000000">
                      <a:alpha val="43137"/>
                    </a:srgbClr>
                  </a:outerShdw>
                </a:effectLst>
              </a:rPr>
              <a:t>Multimode Interferometer (MMI) Coupler</a:t>
            </a:r>
          </a:p>
        </p:txBody>
      </p:sp>
    </p:spTree>
    <p:extLst>
      <p:ext uri="{BB962C8B-B14F-4D97-AF65-F5344CB8AC3E}">
        <p14:creationId xmlns:p14="http://schemas.microsoft.com/office/powerpoint/2010/main" val="3873318961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1BF7C0E-2677-BADF-D636-6F9B71E665F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2B8D44BF-A3B5-6BED-C39C-FA8260E83536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 – 4.1 2x2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5DFCF1AD-6B06-F914-AC0B-80F0ED838EF9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A656CCE-66E0-EAE0-5C63-DF1315DF6299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10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3AB6581-C493-80EB-A67F-5289454DAA2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B5029729-ADF3-3B30-4FF9-83BE1DB82BD7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(Coupling relationship,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 losses, comparison with Directional Coupler… )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/2,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sobre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0.42 dB y un ratio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50/50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esperado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(0.5152 y 0.4848). Buena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aproximación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falta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optimizarlo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8DE5FDA-4E91-E843-E84A-1467BFAA9986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0306A81B-1DE7-4993-A6AA-D02ECE945160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191000" y="1450461"/>
            <a:ext cx="3686562" cy="309113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1567942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1F11DBE-A482-7036-60B2-70B7E2318F4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C096193E-AB86-E3CD-BDAC-0F9156C1A3F0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#4.2 – 2x2 Multimode Interference Coupler - Optimization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2D17DCD6-D851-E62D-D95C-A9F9954602DE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891046F-11DC-B7FC-54F7-9583E688DC0E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11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4C9BAA39-017F-D602-6705-A6CF44830139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3D7D9E5-DAC3-2BB8-7377-826863CBAD4E}"/>
              </a:ext>
            </a:extLst>
          </p:cNvPr>
          <p:cNvSpPr txBox="1"/>
          <p:nvPr/>
        </p:nvSpPr>
        <p:spPr>
          <a:xfrm>
            <a:off x="609441" y="4819471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dL_MMI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-0.5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0.330 dB y un ratio de 0.5055 y 0.4945.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anteriores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aún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require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más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9772491E-4FFB-FFC3-C855-72A4B15F3E73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C23D9742-E714-4668-8DDB-BFA03AD4E1E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200228" y="1450461"/>
            <a:ext cx="3791543" cy="31932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85215753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32A9819-E058-DC4F-FB99-88F20442D9F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E1662E38-DE72-ADF3-A38E-08ED40DCC2AD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outcome #4.3 – 2x2 Multimode Interference Coupler – Optimization (II)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1CD4B005-DA76-DF7C-8A51-CA16DFD2CA3A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0B06F952-20FD-3223-6AB8-83339507AFE8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12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8B06152F-2A2C-A19B-581F-494FDFF33752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EF5B7948-A25A-9043-7061-DD15A9023924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un width de 1.3 um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(0.0159 dB)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aunque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llegue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bajar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los 0.1 dB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conseguimos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ratios no tan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cercanos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al 50/50.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C8036B97-F577-1F3C-3CE2-BD45F7D1FFC2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9" name="Imagen 8">
            <a:extLst>
              <a:ext uri="{FF2B5EF4-FFF2-40B4-BE49-F238E27FC236}">
                <a16:creationId xmlns:a16="http://schemas.microsoft.com/office/drawing/2014/main" id="{4E0D97B1-49CF-4987-982D-BF9E9B02DD8F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62400" y="1541411"/>
            <a:ext cx="3551900" cy="297822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2373122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00A1363-C83E-82B6-7BDE-AD2801F8B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1E256546-3103-104D-A87F-78AEBE5D595E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Learning </a:t>
            </a:r>
            <a:r>
              <a:rPr lang="en-US" sz="2500"/>
              <a:t>outcome #5 </a:t>
            </a:r>
            <a:r>
              <a:rPr lang="en-US" sz="2500" dirty="0"/>
              <a:t>– 1x4 Multimode Interference Coupler </a:t>
            </a:r>
            <a:br>
              <a:rPr lang="en-US" sz="2500" dirty="0"/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?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FCA3D8-29F6-7091-7099-77888A9F863B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42E75535-0FBC-4C5F-9AC5-7008914FCF56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13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07AC2AFF-A7D9-EBCD-7C5A-6CDF61B69366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42D73A2E-0E5A-8A39-6B70-F9E94D6DBB70}"/>
              </a:ext>
            </a:extLst>
          </p:cNvPr>
          <p:cNvSpPr txBox="1"/>
          <p:nvPr/>
        </p:nvSpPr>
        <p:spPr>
          <a:xfrm>
            <a:off x="609441" y="4819471"/>
            <a:ext cx="11199971" cy="1384995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Width  = 12 um. Primera imagen sin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y para 3*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/16. 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Para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gráfica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hemos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realizado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primera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= 0.1 y dL = -1.2.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mejoramos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las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ratios son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Después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segunda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optimización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un width de 2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obtenemos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unas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muy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buenas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pérdidas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(0.0015 dB)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pero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no tan buenos ratios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salidas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7" name="Rectángulo 6">
            <a:extLst>
              <a:ext uri="{FF2B5EF4-FFF2-40B4-BE49-F238E27FC236}">
                <a16:creationId xmlns:a16="http://schemas.microsoft.com/office/drawing/2014/main" id="{AFB86587-21D4-5A33-7D00-DDF170C919BA}"/>
              </a:ext>
            </a:extLst>
          </p:cNvPr>
          <p:cNvSpPr/>
          <p:nvPr/>
        </p:nvSpPr>
        <p:spPr>
          <a:xfrm>
            <a:off x="609441" y="1377510"/>
            <a:ext cx="11199971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pic>
        <p:nvPicPr>
          <p:cNvPr id="5" name="Imagen 4">
            <a:extLst>
              <a:ext uri="{FF2B5EF4-FFF2-40B4-BE49-F238E27FC236}">
                <a16:creationId xmlns:a16="http://schemas.microsoft.com/office/drawing/2014/main" id="{83C0AB92-4075-479B-B592-8AD5FD6C24C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62000" y="1495973"/>
            <a:ext cx="3514870" cy="3069101"/>
          </a:xfrm>
          <a:prstGeom prst="rect">
            <a:avLst/>
          </a:prstGeom>
        </p:spPr>
      </p:pic>
      <p:pic>
        <p:nvPicPr>
          <p:cNvPr id="9" name="Imagen 8">
            <a:extLst>
              <a:ext uri="{FF2B5EF4-FFF2-40B4-BE49-F238E27FC236}">
                <a16:creationId xmlns:a16="http://schemas.microsoft.com/office/drawing/2014/main" id="{397D9907-830C-42C7-82B2-BF0D9CDE0E4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507882" y="1505228"/>
            <a:ext cx="3532715" cy="3071234"/>
          </a:xfrm>
          <a:prstGeom prst="rect">
            <a:avLst/>
          </a:prstGeom>
        </p:spPr>
      </p:pic>
      <p:pic>
        <p:nvPicPr>
          <p:cNvPr id="11" name="Imagen 10">
            <a:extLst>
              <a:ext uri="{FF2B5EF4-FFF2-40B4-BE49-F238E27FC236}">
                <a16:creationId xmlns:a16="http://schemas.microsoft.com/office/drawing/2014/main" id="{584ED37E-FEAF-4781-852E-2D9DA23DA9AD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242428" y="1493840"/>
            <a:ext cx="3505470" cy="307123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9986431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4C60F79-E2ED-1B1B-6289-A1259E80858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AC39480-E3E5-69B1-401F-A50C45531EF2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474763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#1 – Directional wavelength dependence</a:t>
            </a:r>
            <a:br>
              <a:rPr lang="en-US" sz="2500" dirty="0"/>
            </a:br>
            <a:r>
              <a:rPr lang="en-US" b="0" dirty="0"/>
              <a:t>Wavelengths </a:t>
            </a:r>
            <a:r>
              <a:rPr lang="en-US" dirty="0"/>
              <a:t>from 1.5 to 1.7 µm</a:t>
            </a:r>
            <a:r>
              <a:rPr lang="en-US" b="0" dirty="0"/>
              <a:t>, gap = 0.6 µm, width 1.0 µm</a:t>
            </a:r>
            <a:br>
              <a:rPr lang="en-US" b="0" dirty="0"/>
            </a:b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4BEE8680-2E49-EF52-0E73-7736679A4D72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73F99BBB-5F10-0BE4-E2DE-E78EAA82F552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14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52B2FA4B-8D15-84DC-29D1-94F9F8504763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181326FD-308E-2C47-D5D2-57B3357241AA}"/>
              </a:ext>
            </a:extLst>
          </p:cNvPr>
          <p:cNvSpPr txBox="1"/>
          <p:nvPr/>
        </p:nvSpPr>
        <p:spPr>
          <a:xfrm>
            <a:off x="609441" y="4860334"/>
            <a:ext cx="11199971" cy="1569660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Caso deep: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wavelength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como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es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esperar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mayores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Caso shallow: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sus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con respect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deep y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modos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tienen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mayores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los TE.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En el 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, el confinamiento del modo en la guía de onda es más débil que en el 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deep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. Como consecuencia, el acoplamiento entre las dos guías es menor.</a:t>
            </a:r>
          </a:p>
          <a:p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Cuando el acoplamiento es menor, la distancia necesaria para transferir completamente la potencia entre guías aumenta, por lo que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​ aumenta.</a:t>
            </a: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B42E1AD9-10D4-8ACB-526F-2DA1DD2B9881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15ED9C7E-0684-E2B9-7FD6-9BCF17CC000A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5F16E403-DF61-C9A0-D57F-2E61BEFA8887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10" name="Imagen 9">
            <a:extLst>
              <a:ext uri="{FF2B5EF4-FFF2-40B4-BE49-F238E27FC236}">
                <a16:creationId xmlns:a16="http://schemas.microsoft.com/office/drawing/2014/main" id="{842246AD-E019-41EE-9917-5733CB297D2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94980" y="1773176"/>
            <a:ext cx="3315480" cy="2679473"/>
          </a:xfrm>
          <a:prstGeom prst="rect">
            <a:avLst/>
          </a:prstGeom>
        </p:spPr>
      </p:pic>
      <p:pic>
        <p:nvPicPr>
          <p:cNvPr id="15" name="Imagen 14">
            <a:extLst>
              <a:ext uri="{FF2B5EF4-FFF2-40B4-BE49-F238E27FC236}">
                <a16:creationId xmlns:a16="http://schemas.microsoft.com/office/drawing/2014/main" id="{2AEBC067-D925-4DC1-90D0-CB681548F0E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466045" y="1838020"/>
            <a:ext cx="3148793" cy="254476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1355806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E80DA9C-35AF-A1D7-01E5-BFD9DEF1550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471E1424-6C4B-2D9A-1352-30AFB987AD41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1090042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#2 – Directional coupler gap dependence</a:t>
            </a:r>
            <a:br>
              <a:rPr lang="en-US" sz="2500" dirty="0"/>
            </a:br>
            <a:r>
              <a:rPr lang="en-US" b="0" dirty="0"/>
              <a:t>Wavelength 1.55 µm, width 1.0 µm, </a:t>
            </a:r>
            <a:r>
              <a:rPr lang="en-US" dirty="0"/>
              <a:t>gap 0.2-2.4 µm </a:t>
            </a:r>
            <a:r>
              <a:rPr lang="en-US" b="0" dirty="0"/>
              <a:t>(step 0.2 µm)</a:t>
            </a:r>
            <a:br>
              <a:rPr lang="es-ES" sz="2500" spc="-5" dirty="0">
                <a:latin typeface="+mj-lt"/>
                <a:cs typeface="Lucida Sans"/>
              </a:rPr>
            </a:br>
            <a:endParaRPr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9DCFD462-4416-65F8-5696-B0135B63276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293F5C1D-AFFF-4EA6-CA59-6503F34EBF5F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15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34F13AC1-9668-7266-DF5B-D7CE084AB044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D0F8CF3B-B920-DBFC-F825-0C87B51EADA7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Make conclusions and observations from your results</a:t>
            </a:r>
          </a:p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Caso deep: al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aumentar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gap entre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guías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disminuye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s-ES" sz="1200" b="1" dirty="0">
                <a:latin typeface="Arial" panose="020B0604020202020204" pitchFamily="34" charset="0"/>
                <a:cs typeface="Arial" panose="020B0604020202020204" pitchFamily="34" charset="0"/>
              </a:rPr>
              <a:t>acoplamiento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entre modos, por tanto necesitamos más distancia para transferir la potencia y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aumenta. Para el caso de 2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um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en adelante ya están suficientemente lejos pero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solver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lo calcula igualmente. Modo TM aumenta pero más suave</a:t>
            </a:r>
          </a:p>
          <a:p>
            <a:pPr algn="just"/>
            <a:endParaRPr lang="es-E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Caso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shallow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: presenta mismo comportamiento. He ajustado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max_grid_scaling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y el </a:t>
            </a:r>
            <a:r>
              <a:rPr lang="es-ES" sz="1200" dirty="0" err="1">
                <a:latin typeface="Arial" panose="020B0604020202020204" pitchFamily="34" charset="0"/>
                <a:cs typeface="Arial" panose="020B0604020202020204" pitchFamily="34" charset="0"/>
              </a:rPr>
              <a:t>grid_resolution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 pero no mejora la gráfica.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E7488849-10A1-FB48-F511-E57B062CD7E2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Rectángulo 5">
            <a:extLst>
              <a:ext uri="{FF2B5EF4-FFF2-40B4-BE49-F238E27FC236}">
                <a16:creationId xmlns:a16="http://schemas.microsoft.com/office/drawing/2014/main" id="{68726DAB-1B5F-39D1-63A0-BB708EA6E17F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7" name="CuadroTexto 6">
            <a:extLst>
              <a:ext uri="{FF2B5EF4-FFF2-40B4-BE49-F238E27FC236}">
                <a16:creationId xmlns:a16="http://schemas.microsoft.com/office/drawing/2014/main" id="{6D309BFB-98FD-0CBA-3C6A-346D8859893B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0F2BDCA1-6DAE-4B85-9FD7-F39B88CF2096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143000" y="1755989"/>
            <a:ext cx="4605337" cy="2689649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D24767B5-B140-40D6-ADC5-E470E4BA6DC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005715" y="1924536"/>
            <a:ext cx="4117976" cy="240501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79796361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90AC3D-36B7-D786-3825-B4DD6EADD68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6AA2E789-F7AE-F068-274C-E0F13A22DBCA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#3 – MMI coupler wavelength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Wavelengths from 1.5 to 1.7 µm, </a:t>
            </a:r>
            <a:r>
              <a:rPr lang="en-US" b="0" dirty="0" err="1"/>
              <a:t>wMMI</a:t>
            </a:r>
            <a:r>
              <a:rPr lang="en-US" b="0" dirty="0"/>
              <a:t> = 6.6 µm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3AEAD01B-7604-8009-5694-A556497AEF25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96E3846-1BD2-4F23-48AA-C7AF2A1EE6EB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16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E32C0E2B-75B6-4768-A4C7-F165A264DA0B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2A62DD6-5488-72A1-9926-0CAEE59089A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Comment results (Important. Compare with Directional Coupler)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MMI,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siempre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los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TM &gt;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TE.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También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presentan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valores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mayores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un DC.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Esto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debe a la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propia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naturaleza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del MMI que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basa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interferencias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entonces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se require mayor longitude de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propagación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cambio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los DC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funcionan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acoplamiento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campo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evanescente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por lo que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necesita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distancias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cortas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.</a:t>
            </a: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796EDE51-D41E-C23B-F402-2F7357DE8714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5A3233C9-FE6F-52D8-4D87-224222BDA8E1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0C016548-01A2-6E58-B80D-148384B98EB3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AC5B9220-00F9-4646-8B41-A9D8773B5DF2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480148" y="1684666"/>
            <a:ext cx="3745304" cy="3026844"/>
          </a:xfrm>
          <a:prstGeom prst="rect">
            <a:avLst/>
          </a:prstGeom>
        </p:spPr>
      </p:pic>
      <p:pic>
        <p:nvPicPr>
          <p:cNvPr id="12" name="Imagen 11">
            <a:extLst>
              <a:ext uri="{FF2B5EF4-FFF2-40B4-BE49-F238E27FC236}">
                <a16:creationId xmlns:a16="http://schemas.microsoft.com/office/drawing/2014/main" id="{65422317-38E4-45FD-9E81-3E257AE4D478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1370" y="1601338"/>
            <a:ext cx="3606666" cy="291480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955145640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D55C897-D580-E5C1-161C-F8E072695C0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object 16">
            <a:extLst>
              <a:ext uri="{FF2B5EF4-FFF2-40B4-BE49-F238E27FC236}">
                <a16:creationId xmlns:a16="http://schemas.microsoft.com/office/drawing/2014/main" id="{53FFBD12-4EFF-41C1-4765-2AD268B2BD94}"/>
              </a:ext>
            </a:extLst>
          </p:cNvPr>
          <p:cNvSpPr txBox="1">
            <a:spLocks noGrp="1"/>
          </p:cNvSpPr>
          <p:nvPr>
            <p:ph type="title"/>
          </p:nvPr>
        </p:nvSpPr>
        <p:spPr>
          <a:xfrm>
            <a:off x="685800" y="408883"/>
            <a:ext cx="10994410" cy="705321"/>
          </a:xfrm>
          <a:prstGeom prst="rect">
            <a:avLst/>
          </a:prstGeom>
        </p:spPr>
        <p:txBody>
          <a:bodyPr vert="horz" wrap="square" lIns="0" tIns="12700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0"/>
              </a:spcBef>
            </a:pPr>
            <a:r>
              <a:rPr lang="en-US" sz="2500" dirty="0"/>
              <a:t>Extra #4 – MMI coupler body width dependence</a:t>
            </a:r>
            <a:br>
              <a:rPr lang="en-US" sz="2500" spc="-5" dirty="0">
                <a:latin typeface="+mj-lt"/>
                <a:cs typeface="Lucida Sans"/>
              </a:rPr>
            </a:br>
            <a:r>
              <a:rPr lang="en-US" b="0" dirty="0"/>
              <a:t>Wavelength 1.55 µm, </a:t>
            </a:r>
            <a:r>
              <a:rPr lang="en-US" b="0" dirty="0" err="1"/>
              <a:t>wMMI</a:t>
            </a:r>
            <a:r>
              <a:rPr lang="en-US" b="0" dirty="0"/>
              <a:t> = 5-10 µm (steps 0.5 µm)</a:t>
            </a:r>
            <a:endParaRPr lang="en-US" sz="2500" b="0" dirty="0">
              <a:latin typeface="+mj-lt"/>
              <a:cs typeface="Lucida Sans"/>
            </a:endParaRPr>
          </a:p>
        </p:txBody>
      </p:sp>
      <p:pic>
        <p:nvPicPr>
          <p:cNvPr id="83" name="Gráfico 82">
            <a:extLst>
              <a:ext uri="{FF2B5EF4-FFF2-40B4-BE49-F238E27FC236}">
                <a16:creationId xmlns:a16="http://schemas.microsoft.com/office/drawing/2014/main" id="{C14AF521-052E-A1FA-D63D-CB0826C48D28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>
            <a:fillRect/>
          </a:stretch>
        </p:blipFill>
        <p:spPr>
          <a:xfrm>
            <a:off x="5045006" y="6356057"/>
            <a:ext cx="6409575" cy="363174"/>
          </a:xfrm>
          <a:prstGeom prst="rect">
            <a:avLst/>
          </a:prstGeom>
        </p:spPr>
      </p:pic>
      <p:sp>
        <p:nvSpPr>
          <p:cNvPr id="84" name="Marcador de número de diapositiva 83">
            <a:extLst>
              <a:ext uri="{FF2B5EF4-FFF2-40B4-BE49-F238E27FC236}">
                <a16:creationId xmlns:a16="http://schemas.microsoft.com/office/drawing/2014/main" id="{6C87B233-8A68-967F-55BC-3A828B5F39BA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17</a:t>
            </a:fld>
            <a:endParaRPr lang="es-ES"/>
          </a:p>
        </p:txBody>
      </p:sp>
      <p:sp>
        <p:nvSpPr>
          <p:cNvPr id="3" name="Marcador de pie de página 2">
            <a:extLst>
              <a:ext uri="{FF2B5EF4-FFF2-40B4-BE49-F238E27FC236}">
                <a16:creationId xmlns:a16="http://schemas.microsoft.com/office/drawing/2014/main" id="{DB1B524E-0E15-1C98-31B0-C98BD07BFBE8}"/>
              </a:ext>
            </a:extLst>
          </p:cNvPr>
          <p:cNvSpPr>
            <a:spLocks noGrp="1"/>
          </p:cNvSpPr>
          <p:nvPr>
            <p:ph type="ftr" sz="quarter" idx="5"/>
          </p:nvPr>
        </p:nvSpPr>
        <p:spPr/>
        <p:txBody>
          <a:bodyPr/>
          <a:lstStyle/>
          <a:p>
            <a:pPr marL="12700">
              <a:spcBef>
                <a:spcPts val="15"/>
              </a:spcBef>
            </a:pPr>
            <a:r>
              <a:rPr lang="es-ES" spc="-5"/>
              <a:t>LAB 2.0. COUPLERS</a:t>
            </a:r>
            <a:endParaRPr lang="es-ES" spc="-5" dirty="0"/>
          </a:p>
        </p:txBody>
      </p:sp>
      <p:sp>
        <p:nvSpPr>
          <p:cNvPr id="2" name="CuadroTexto 1">
            <a:extLst>
              <a:ext uri="{FF2B5EF4-FFF2-40B4-BE49-F238E27FC236}">
                <a16:creationId xmlns:a16="http://schemas.microsoft.com/office/drawing/2014/main" id="{8D88CB07-C5F5-9BB7-9F41-E171F0F0E2B9}"/>
              </a:ext>
            </a:extLst>
          </p:cNvPr>
          <p:cNvSpPr txBox="1"/>
          <p:nvPr/>
        </p:nvSpPr>
        <p:spPr>
          <a:xfrm>
            <a:off x="609441" y="4860334"/>
            <a:ext cx="11199971" cy="1200329"/>
          </a:xfrm>
          <a:prstGeom prst="rect">
            <a:avLst/>
          </a:prstGeom>
          <a:solidFill>
            <a:schemeClr val="bg1">
              <a:lumMod val="95000"/>
            </a:schemeClr>
          </a:solidFill>
          <a:ln w="28575">
            <a:solidFill>
              <a:srgbClr val="E0700D"/>
            </a:solidFill>
          </a:ln>
        </p:spPr>
        <p:txBody>
          <a:bodyPr wrap="square" rtlCol="0">
            <a:spAutoFit/>
          </a:bodyPr>
          <a:lstStyle/>
          <a:p>
            <a:pPr algn="just"/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Polarization independent coupler: is there any point for which the MMI coupler can work identically for TE and TM? Answer yes / no and explain why?</a:t>
            </a:r>
          </a:p>
          <a:p>
            <a:pPr algn="just"/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Sí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, para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el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caso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shallow se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observa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que a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partir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de 8 um,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TE = </a:t>
            </a:r>
            <a:r>
              <a:rPr lang="en-US" sz="1200" dirty="0" err="1">
                <a:latin typeface="Arial" panose="020B0604020202020204" pitchFamily="34" charset="0"/>
                <a:cs typeface="Arial" panose="020B0604020202020204" pitchFamily="34" charset="0"/>
              </a:rPr>
              <a:t>Lpi</a:t>
            </a:r>
            <a:r>
              <a:rPr lang="en-US" sz="1200" dirty="0">
                <a:latin typeface="Arial" panose="020B0604020202020204" pitchFamily="34" charset="0"/>
                <a:cs typeface="Arial" panose="020B0604020202020204" pitchFamily="34" charset="0"/>
              </a:rPr>
              <a:t> TM </a:t>
            </a:r>
            <a:r>
              <a:rPr lang="es-ES" sz="1200" dirty="0">
                <a:latin typeface="Arial" panose="020B0604020202020204" pitchFamily="34" charset="0"/>
                <a:cs typeface="Arial" panose="020B0604020202020204" pitchFamily="34" charset="0"/>
              </a:rPr>
              <a:t>lo que permite que el dispositivo funcione de forma idéntica para ambas polarizaciones. </a:t>
            </a:r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  <a:p>
            <a:pPr algn="just"/>
            <a:endParaRPr lang="en-US" sz="1200" dirty="0">
              <a:latin typeface="Arial" panose="020B0604020202020204" pitchFamily="34" charset="0"/>
              <a:cs typeface="Arial" panose="020B0604020202020204" pitchFamily="34" charset="0"/>
            </a:endParaRPr>
          </a:p>
        </p:txBody>
      </p:sp>
      <p:sp>
        <p:nvSpPr>
          <p:cNvPr id="4" name="Rectángulo 3">
            <a:extLst>
              <a:ext uri="{FF2B5EF4-FFF2-40B4-BE49-F238E27FC236}">
                <a16:creationId xmlns:a16="http://schemas.microsoft.com/office/drawing/2014/main" id="{B58B1BB0-E248-0BA3-D1B3-93649227103E}"/>
              </a:ext>
            </a:extLst>
          </p:cNvPr>
          <p:cNvSpPr/>
          <p:nvPr/>
        </p:nvSpPr>
        <p:spPr>
          <a:xfrm>
            <a:off x="609441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" name="Rectángulo 4">
            <a:extLst>
              <a:ext uri="{FF2B5EF4-FFF2-40B4-BE49-F238E27FC236}">
                <a16:creationId xmlns:a16="http://schemas.microsoft.com/office/drawing/2014/main" id="{8E0E2533-B1CA-72C4-3859-1CBDD5887887}"/>
              </a:ext>
            </a:extLst>
          </p:cNvPr>
          <p:cNvSpPr/>
          <p:nvPr/>
        </p:nvSpPr>
        <p:spPr>
          <a:xfrm>
            <a:off x="6321424" y="1447800"/>
            <a:ext cx="5486559" cy="3306028"/>
          </a:xfrm>
          <a:prstGeom prst="rect">
            <a:avLst/>
          </a:prstGeom>
          <a:noFill/>
          <a:ln w="28575">
            <a:solidFill>
              <a:srgbClr val="E0700D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6" name="CuadroTexto 5">
            <a:extLst>
              <a:ext uri="{FF2B5EF4-FFF2-40B4-BE49-F238E27FC236}">
                <a16:creationId xmlns:a16="http://schemas.microsoft.com/office/drawing/2014/main" id="{154B5534-E510-6404-1E30-B73FDF73AD42}"/>
              </a:ext>
            </a:extLst>
          </p:cNvPr>
          <p:cNvSpPr txBox="1"/>
          <p:nvPr/>
        </p:nvSpPr>
        <p:spPr>
          <a:xfrm>
            <a:off x="6331152" y="4342178"/>
            <a:ext cx="2269787" cy="36933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en-US" dirty="0"/>
              <a:t>slab = 150nm</a:t>
            </a:r>
            <a:endParaRPr lang="es-ES" dirty="0"/>
          </a:p>
        </p:txBody>
      </p:sp>
      <p:pic>
        <p:nvPicPr>
          <p:cNvPr id="8" name="Imagen 7">
            <a:extLst>
              <a:ext uri="{FF2B5EF4-FFF2-40B4-BE49-F238E27FC236}">
                <a16:creationId xmlns:a16="http://schemas.microsoft.com/office/drawing/2014/main" id="{B273895C-AFFE-4778-B2E7-0F8686DBAEBA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600200" y="1677685"/>
            <a:ext cx="3747456" cy="2986151"/>
          </a:xfrm>
          <a:prstGeom prst="rect">
            <a:avLst/>
          </a:prstGeom>
        </p:spPr>
      </p:pic>
      <p:pic>
        <p:nvPicPr>
          <p:cNvPr id="14" name="Imagen 13">
            <a:extLst>
              <a:ext uri="{FF2B5EF4-FFF2-40B4-BE49-F238E27FC236}">
                <a16:creationId xmlns:a16="http://schemas.microsoft.com/office/drawing/2014/main" id="{D2122AF8-D6F1-4D6C-96F0-0FEA13AB06F9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269480" y="1777122"/>
            <a:ext cx="3322320" cy="264738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3593943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object 3"/>
          <p:cNvSpPr/>
          <p:nvPr/>
        </p:nvSpPr>
        <p:spPr>
          <a:xfrm>
            <a:off x="3945635" y="2636520"/>
            <a:ext cx="8246363" cy="1584959"/>
          </a:xfrm>
          <a:prstGeom prst="rect">
            <a:avLst/>
          </a:prstGeom>
          <a:blipFill>
            <a:blip r:embed="rId2" cstate="print"/>
            <a:stretch>
              <a:fillRect/>
            </a:stretch>
          </a:blipFill>
        </p:spPr>
        <p:txBody>
          <a:bodyPr wrap="square" lIns="0" tIns="0" rIns="0" bIns="0" rtlCol="0"/>
          <a:lstStyle/>
          <a:p>
            <a:endParaRPr/>
          </a:p>
        </p:txBody>
      </p:sp>
      <p:sp>
        <p:nvSpPr>
          <p:cNvPr id="4" name="object 4"/>
          <p:cNvSpPr txBox="1">
            <a:spLocks noGrp="1"/>
          </p:cNvSpPr>
          <p:nvPr>
            <p:ph type="title"/>
          </p:nvPr>
        </p:nvSpPr>
        <p:spPr>
          <a:xfrm>
            <a:off x="4513326" y="3165729"/>
            <a:ext cx="2233295" cy="513715"/>
          </a:xfrm>
          <a:prstGeom prst="rect">
            <a:avLst/>
          </a:prstGeom>
        </p:spPr>
        <p:txBody>
          <a:bodyPr vert="horz" wrap="square" lIns="0" tIns="13335" rIns="0" bIns="0" rtlCol="0">
            <a:spAutoFit/>
          </a:bodyPr>
          <a:lstStyle/>
          <a:p>
            <a:pPr marL="12700">
              <a:lnSpc>
                <a:spcPct val="100000"/>
              </a:lnSpc>
              <a:spcBef>
                <a:spcPts val="105"/>
              </a:spcBef>
            </a:pPr>
            <a:r>
              <a:rPr sz="3200" b="1" spc="-5" dirty="0">
                <a:solidFill>
                  <a:srgbClr val="FFFFFF"/>
                </a:solidFill>
                <a:latin typeface="Lucida Sans"/>
                <a:cs typeface="Lucida Sans"/>
              </a:rPr>
              <a:t>Thank</a:t>
            </a:r>
            <a:r>
              <a:rPr sz="3200" b="1" spc="-55" dirty="0">
                <a:solidFill>
                  <a:srgbClr val="FFFFFF"/>
                </a:solidFill>
                <a:latin typeface="Lucida Sans"/>
                <a:cs typeface="Lucida Sans"/>
              </a:rPr>
              <a:t> </a:t>
            </a:r>
            <a:r>
              <a:rPr sz="3200" b="1" dirty="0">
                <a:solidFill>
                  <a:srgbClr val="FFFFFF"/>
                </a:solidFill>
                <a:latin typeface="Lucida Sans"/>
                <a:cs typeface="Lucida Sans"/>
              </a:rPr>
              <a:t>you</a:t>
            </a:r>
            <a:endParaRPr sz="3200">
              <a:latin typeface="Lucida Sans"/>
              <a:cs typeface="Lucida Sans"/>
            </a:endParaRPr>
          </a:p>
        </p:txBody>
      </p:sp>
      <p:sp>
        <p:nvSpPr>
          <p:cNvPr id="5" name="Marcador de número de diapositiva 4">
            <a:extLst>
              <a:ext uri="{FF2B5EF4-FFF2-40B4-BE49-F238E27FC236}">
                <a16:creationId xmlns:a16="http://schemas.microsoft.com/office/drawing/2014/main" id="{B052DA19-AD24-7D24-2AE9-51F8F5A7F5E0}"/>
              </a:ext>
            </a:extLst>
          </p:cNvPr>
          <p:cNvSpPr>
            <a:spLocks noGrp="1"/>
          </p:cNvSpPr>
          <p:nvPr>
            <p:ph type="sldNum" sz="quarter" idx="7"/>
          </p:nvPr>
        </p:nvSpPr>
        <p:spPr/>
        <p:txBody>
          <a:bodyPr/>
          <a:lstStyle/>
          <a:p>
            <a:fld id="{B6F15528-21DE-4FAA-801E-634DDDAF4B2B}" type="slidenum">
              <a:rPr lang="es-ES" smtClean="0"/>
              <a:t>18</a:t>
            </a:fld>
            <a:endParaRPr lang="es-E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00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3.xml><?xml version="1.0" encoding="utf-8"?>
<a:theme xmlns:a="http://schemas.openxmlformats.org/drawingml/2006/main" name="Tema d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29</TotalTime>
  <Words>1447</Words>
  <Application>Microsoft Office PowerPoint</Application>
  <PresentationFormat>Panorámica</PresentationFormat>
  <Paragraphs>195</Paragraphs>
  <Slides>18</Slides>
  <Notes>13</Notes>
  <HiddenSlides>0</HiddenSlides>
  <MMClips>0</MMClips>
  <ScaleCrop>false</ScaleCrop>
  <HeadingPairs>
    <vt:vector size="6" baseType="variant">
      <vt:variant>
        <vt:lpstr>Fuentes usadas</vt:lpstr>
      </vt:variant>
      <vt:variant>
        <vt:i4>6</vt:i4>
      </vt:variant>
      <vt:variant>
        <vt:lpstr>Tema</vt:lpstr>
      </vt:variant>
      <vt:variant>
        <vt:i4>1</vt:i4>
      </vt:variant>
      <vt:variant>
        <vt:lpstr>Títulos de diapositiva</vt:lpstr>
      </vt:variant>
      <vt:variant>
        <vt:i4>18</vt:i4>
      </vt:variant>
    </vt:vector>
  </HeadingPairs>
  <TitlesOfParts>
    <vt:vector size="25" baseType="lpstr">
      <vt:lpstr>Aptos</vt:lpstr>
      <vt:lpstr>Arial</vt:lpstr>
      <vt:lpstr>Calibri</vt:lpstr>
      <vt:lpstr>Cambria Math</vt:lpstr>
      <vt:lpstr>Lucida Sans</vt:lpstr>
      <vt:lpstr>Times New Roman</vt:lpstr>
      <vt:lpstr>Office Theme</vt:lpstr>
      <vt:lpstr>Presentación de PowerPoint</vt:lpstr>
      <vt:lpstr>Instructions General</vt:lpstr>
      <vt:lpstr>Presentación de PowerPoint</vt:lpstr>
      <vt:lpstr>Learning outcome #1 – Directional coupler length and coupling coefficient Wavelength 1.5 µm – width 1.2 µm – gap 0.6 µm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#2 – 2x2 Directional Coupler Gap 0.6 - 1.6 µm (step 0.1 µm) – Wavelength 1.55 µm </vt:lpstr>
      <vt:lpstr>Learning outcome #3 – Parallel uncoupled waveguides Wavelength 1.55 µm, width 1.0 µm, gap to be found for uncoupled wvgs</vt:lpstr>
      <vt:lpstr>Presentación de PowerPoint</vt:lpstr>
      <vt:lpstr>Learning outcome #4 – 4.1 2x2 Multimode Interference Coupler  Wavelength 1.55 µm, wMMI = 6.6 µm</vt:lpstr>
      <vt:lpstr>Learning outcome #4.2 – 2x2 Multimode Interference Coupler - Optimization Wavelength 1.55 µm, wMMI = 6.6 µm</vt:lpstr>
      <vt:lpstr>Learning outcome #4.3 – 2x2 Multimode Interference Coupler – Optimization (II) Wavelength 1.55 µm, wMMI = 6.6 µm</vt:lpstr>
      <vt:lpstr>Learning outcome #5 – 1x4 Multimode Interference Coupler  Wavelength 1.55 µm, wMMI = ? µm</vt:lpstr>
      <vt:lpstr>Extra #1 – Directional wavelength dependence Wavelengths from 1.5 to 1.7 µm, gap = 0.6 µm, width 1.0 µm  </vt:lpstr>
      <vt:lpstr>Extra #2 – Directional coupler gap dependence Wavelength 1.55 µm, width 1.0 µm, gap 0.2-2.4 µm (step 0.2 µm) </vt:lpstr>
      <vt:lpstr>Extra #3 – MMI coupler wavelength dependence Wavelengths from 1.5 to 1.7 µm, wMMI = 6.6 µm</vt:lpstr>
      <vt:lpstr>Extra #4 – MMI coupler body width dependence Wavelength 1.55 µm, wMMI = 5-10 µm (steps 0.5 µm)</vt:lpstr>
      <vt:lpstr>Thank you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Presentación de PowerPoint</dc:title>
  <dc:creator>Mª Ester Calataytud</dc:creator>
  <cp:lastModifiedBy>cfp</cp:lastModifiedBy>
  <cp:revision>47</cp:revision>
  <dcterms:created xsi:type="dcterms:W3CDTF">2025-01-27T02:46:57Z</dcterms:created>
  <dcterms:modified xsi:type="dcterms:W3CDTF">2026-03-10T08:39:56Z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reated">
    <vt:filetime>2024-09-16T00:00:00Z</vt:filetime>
  </property>
  <property fmtid="{D5CDD505-2E9C-101B-9397-08002B2CF9AE}" pid="3" name="Creator">
    <vt:lpwstr>Microsoft® PowerPoint® 2016</vt:lpwstr>
  </property>
  <property fmtid="{D5CDD505-2E9C-101B-9397-08002B2CF9AE}" pid="4" name="LastSaved">
    <vt:filetime>2025-01-27T00:00:00Z</vt:filetime>
  </property>
</Properties>
</file>